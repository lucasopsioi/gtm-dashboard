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7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8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notesSlides/notesSlide9.xml" ContentType="application/vnd.openxmlformats-officedocument.presentationml.notes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高端</c:v>
                </c:pt>
              </c:strCache>
            </c:strRef>
          </c:tx>
          <c:spPr>
            <a:solidFill>
              <a:srgbClr val="7F7F7F"/>
            </a:solidFill>
            <a:effectLst/>
          </c:spPr>
          <c:cat>
            <c:strRef>
              <c:f>Sheet1!$A$2:$A$19</c:f>
              <c:strCache>
                <c:ptCount val="18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14</c:v>
                </c:pt>
                <c:pt idx="1">
                  <c:v>17</c:v>
                </c:pt>
                <c:pt idx="2">
                  <c:v>21</c:v>
                </c:pt>
                <c:pt idx="3">
                  <c:v>27</c:v>
                </c:pt>
                <c:pt idx="4">
                  <c:v>33</c:v>
                </c:pt>
                <c:pt idx="5">
                  <c:v>39</c:v>
                </c:pt>
                <c:pt idx="6">
                  <c:v>45</c:v>
                </c:pt>
                <c:pt idx="7">
                  <c:v>48</c:v>
                </c:pt>
                <c:pt idx="8">
                  <c:v>50</c:v>
                </c:pt>
                <c:pt idx="9">
                  <c:v>48</c:v>
                </c:pt>
                <c:pt idx="10">
                  <c:v>44</c:v>
                </c:pt>
                <c:pt idx="11">
                  <c:v>39</c:v>
                </c:pt>
                <c:pt idx="12">
                  <c:v>33</c:v>
                </c:pt>
                <c:pt idx="13">
                  <c:v>28</c:v>
                </c:pt>
                <c:pt idx="14">
                  <c:v>24</c:v>
                </c:pt>
                <c:pt idx="15">
                  <c:v>21</c:v>
                </c:pt>
                <c:pt idx="16">
                  <c:v>18</c:v>
                </c:pt>
                <c:pt idx="17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94-45D7-9076-FB84A4C28D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中端</c:v>
                </c:pt>
              </c:strCache>
            </c:strRef>
          </c:tx>
          <c:spPr>
            <a:solidFill>
              <a:srgbClr val="B4B4B4"/>
            </a:solidFill>
            <a:effectLst/>
          </c:spPr>
          <c:cat>
            <c:strRef>
              <c:f>Sheet1!$A$2:$A$19</c:f>
              <c:strCache>
                <c:ptCount val="18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9</c:v>
                </c:pt>
                <c:pt idx="1">
                  <c:v>10</c:v>
                </c:pt>
                <c:pt idx="2">
                  <c:v>13</c:v>
                </c:pt>
                <c:pt idx="3">
                  <c:v>17</c:v>
                </c:pt>
                <c:pt idx="4">
                  <c:v>21</c:v>
                </c:pt>
                <c:pt idx="5">
                  <c:v>25</c:v>
                </c:pt>
                <c:pt idx="6">
                  <c:v>28</c:v>
                </c:pt>
                <c:pt idx="7">
                  <c:v>30</c:v>
                </c:pt>
                <c:pt idx="8">
                  <c:v>31</c:v>
                </c:pt>
                <c:pt idx="9">
                  <c:v>30</c:v>
                </c:pt>
                <c:pt idx="10">
                  <c:v>27</c:v>
                </c:pt>
                <c:pt idx="11">
                  <c:v>24</c:v>
                </c:pt>
                <c:pt idx="12">
                  <c:v>21</c:v>
                </c:pt>
                <c:pt idx="13">
                  <c:v>18</c:v>
                </c:pt>
                <c:pt idx="14">
                  <c:v>15</c:v>
                </c:pt>
                <c:pt idx="15">
                  <c:v>13</c:v>
                </c:pt>
                <c:pt idx="16">
                  <c:v>11</c:v>
                </c:pt>
                <c:pt idx="17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94-45D7-9076-FB84A4C28DB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入门</c:v>
                </c:pt>
              </c:strCache>
            </c:strRef>
          </c:tx>
          <c:spPr>
            <a:solidFill>
              <a:srgbClr val="DADADA"/>
            </a:solidFill>
            <a:effectLst/>
          </c:spPr>
          <c:cat>
            <c:strRef>
              <c:f>Sheet1!$A$2:$A$19</c:f>
              <c:strCache>
                <c:ptCount val="18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5</c:v>
                </c:pt>
                <c:pt idx="1">
                  <c:v>7</c:v>
                </c:pt>
                <c:pt idx="2">
                  <c:v>8</c:v>
                </c:pt>
                <c:pt idx="3">
                  <c:v>10</c:v>
                </c:pt>
                <c:pt idx="4">
                  <c:v>13</c:v>
                </c:pt>
                <c:pt idx="5">
                  <c:v>15</c:v>
                </c:pt>
                <c:pt idx="6">
                  <c:v>17</c:v>
                </c:pt>
                <c:pt idx="7">
                  <c:v>18</c:v>
                </c:pt>
                <c:pt idx="8">
                  <c:v>19</c:v>
                </c:pt>
                <c:pt idx="9">
                  <c:v>18</c:v>
                </c:pt>
                <c:pt idx="10">
                  <c:v>17</c:v>
                </c:pt>
                <c:pt idx="11">
                  <c:v>15</c:v>
                </c:pt>
                <c:pt idx="12">
                  <c:v>13</c:v>
                </c:pt>
                <c:pt idx="13">
                  <c:v>11</c:v>
                </c:pt>
                <c:pt idx="14">
                  <c:v>9</c:v>
                </c:pt>
                <c:pt idx="15">
                  <c:v>8</c:v>
                </c:pt>
                <c:pt idx="16">
                  <c:v>7</c:v>
                </c:pt>
                <c:pt idx="17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94-45D7-9076-FB84A4C28D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3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高端</c:v>
                </c:pt>
              </c:strCache>
            </c:strRef>
          </c:tx>
          <c:spPr>
            <a:solidFill>
              <a:srgbClr val="7F7F7F"/>
            </a:solidFill>
            <a:effectLst/>
          </c:spPr>
          <c:cat>
            <c:strRef>
              <c:f>Sheet1!$A$2:$A$15</c:f>
              <c:strCache>
                <c:ptCount val="1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14</c:v>
                </c:pt>
                <c:pt idx="1">
                  <c:v>18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  <c:pt idx="5">
                  <c:v>46</c:v>
                </c:pt>
                <c:pt idx="6">
                  <c:v>50</c:v>
                </c:pt>
                <c:pt idx="7">
                  <c:v>48</c:v>
                </c:pt>
                <c:pt idx="8">
                  <c:v>43</c:v>
                </c:pt>
                <c:pt idx="9">
                  <c:v>36</c:v>
                </c:pt>
                <c:pt idx="10">
                  <c:v>29</c:v>
                </c:pt>
                <c:pt idx="11">
                  <c:v>24</c:v>
                </c:pt>
                <c:pt idx="12">
                  <c:v>20</c:v>
                </c:pt>
                <c:pt idx="1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68-4038-894B-105765B6A7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中端</c:v>
                </c:pt>
              </c:strCache>
            </c:strRef>
          </c:tx>
          <c:spPr>
            <a:solidFill>
              <a:srgbClr val="B4B4B4"/>
            </a:solidFill>
            <a:effectLst/>
          </c:spPr>
          <c:cat>
            <c:strRef>
              <c:f>Sheet1!$A$2:$A$15</c:f>
              <c:strCache>
                <c:ptCount val="1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9</c:v>
                </c:pt>
                <c:pt idx="1">
                  <c:v>11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29</c:v>
                </c:pt>
                <c:pt idx="6">
                  <c:v>31</c:v>
                </c:pt>
                <c:pt idx="7">
                  <c:v>30</c:v>
                </c:pt>
                <c:pt idx="8">
                  <c:v>27</c:v>
                </c:pt>
                <c:pt idx="9">
                  <c:v>22</c:v>
                </c:pt>
                <c:pt idx="10">
                  <c:v>18</c:v>
                </c:pt>
                <c:pt idx="11">
                  <c:v>15</c:v>
                </c:pt>
                <c:pt idx="12">
                  <c:v>12</c:v>
                </c:pt>
                <c:pt idx="1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68-4038-894B-105765B6A7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入门</c:v>
                </c:pt>
              </c:strCache>
            </c:strRef>
          </c:tx>
          <c:spPr>
            <a:solidFill>
              <a:srgbClr val="DADADA"/>
            </a:solidFill>
            <a:effectLst/>
          </c:spPr>
          <c:cat>
            <c:strRef>
              <c:f>Sheet1!$A$2:$A$15</c:f>
              <c:strCache>
                <c:ptCount val="1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5</c:v>
                </c:pt>
                <c:pt idx="1">
                  <c:v>7</c:v>
                </c:pt>
                <c:pt idx="2">
                  <c:v>9</c:v>
                </c:pt>
                <c:pt idx="3">
                  <c:v>12</c:v>
                </c:pt>
                <c:pt idx="4">
                  <c:v>15</c:v>
                </c:pt>
                <c:pt idx="5">
                  <c:v>17</c:v>
                </c:pt>
                <c:pt idx="6">
                  <c:v>19</c:v>
                </c:pt>
                <c:pt idx="7">
                  <c:v>18</c:v>
                </c:pt>
                <c:pt idx="8">
                  <c:v>16</c:v>
                </c:pt>
                <c:pt idx="9">
                  <c:v>13</c:v>
                </c:pt>
                <c:pt idx="10">
                  <c:v>11</c:v>
                </c:pt>
                <c:pt idx="11">
                  <c:v>9</c:v>
                </c:pt>
                <c:pt idx="12">
                  <c:v>8</c:v>
                </c:pt>
                <c:pt idx="1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568-4038-894B-105765B6A7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高端</c:v>
                </c:pt>
              </c:strCache>
            </c:strRef>
          </c:tx>
          <c:spPr>
            <a:solidFill>
              <a:srgbClr val="7F7F7F"/>
            </a:solidFill>
            <a:effectLst/>
          </c:spPr>
          <c:cat>
            <c:strRef>
              <c:f>Sheet1!$A$2:$A$15</c:f>
              <c:strCache>
                <c:ptCount val="1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14</c:v>
                </c:pt>
                <c:pt idx="1">
                  <c:v>18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  <c:pt idx="5">
                  <c:v>46</c:v>
                </c:pt>
                <c:pt idx="6">
                  <c:v>50</c:v>
                </c:pt>
                <c:pt idx="7">
                  <c:v>48</c:v>
                </c:pt>
                <c:pt idx="8">
                  <c:v>43</c:v>
                </c:pt>
                <c:pt idx="9">
                  <c:v>36</c:v>
                </c:pt>
                <c:pt idx="10">
                  <c:v>29</c:v>
                </c:pt>
                <c:pt idx="11">
                  <c:v>24</c:v>
                </c:pt>
                <c:pt idx="12">
                  <c:v>20</c:v>
                </c:pt>
                <c:pt idx="1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A-4716-886C-69073273D1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中端</c:v>
                </c:pt>
              </c:strCache>
            </c:strRef>
          </c:tx>
          <c:spPr>
            <a:solidFill>
              <a:srgbClr val="B4B4B4"/>
            </a:solidFill>
            <a:effectLst/>
          </c:spPr>
          <c:cat>
            <c:strRef>
              <c:f>Sheet1!$A$2:$A$15</c:f>
              <c:strCache>
                <c:ptCount val="1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9</c:v>
                </c:pt>
                <c:pt idx="1">
                  <c:v>11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29</c:v>
                </c:pt>
                <c:pt idx="6">
                  <c:v>31</c:v>
                </c:pt>
                <c:pt idx="7">
                  <c:v>30</c:v>
                </c:pt>
                <c:pt idx="8">
                  <c:v>27</c:v>
                </c:pt>
                <c:pt idx="9">
                  <c:v>22</c:v>
                </c:pt>
                <c:pt idx="10">
                  <c:v>18</c:v>
                </c:pt>
                <c:pt idx="11">
                  <c:v>15</c:v>
                </c:pt>
                <c:pt idx="12">
                  <c:v>12</c:v>
                </c:pt>
                <c:pt idx="1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AA-4716-886C-69073273D1D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入门</c:v>
                </c:pt>
              </c:strCache>
            </c:strRef>
          </c:tx>
          <c:spPr>
            <a:solidFill>
              <a:srgbClr val="DADADA"/>
            </a:solidFill>
            <a:effectLst/>
          </c:spPr>
          <c:cat>
            <c:strRef>
              <c:f>Sheet1!$A$2:$A$15</c:f>
              <c:strCache>
                <c:ptCount val="1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5</c:v>
                </c:pt>
                <c:pt idx="1">
                  <c:v>7</c:v>
                </c:pt>
                <c:pt idx="2">
                  <c:v>9</c:v>
                </c:pt>
                <c:pt idx="3">
                  <c:v>12</c:v>
                </c:pt>
                <c:pt idx="4">
                  <c:v>15</c:v>
                </c:pt>
                <c:pt idx="5">
                  <c:v>17</c:v>
                </c:pt>
                <c:pt idx="6">
                  <c:v>19</c:v>
                </c:pt>
                <c:pt idx="7">
                  <c:v>18</c:v>
                </c:pt>
                <c:pt idx="8">
                  <c:v>16</c:v>
                </c:pt>
                <c:pt idx="9">
                  <c:v>13</c:v>
                </c:pt>
                <c:pt idx="10">
                  <c:v>11</c:v>
                </c:pt>
                <c:pt idx="11">
                  <c:v>9</c:v>
                </c:pt>
                <c:pt idx="12">
                  <c:v>8</c:v>
                </c:pt>
                <c:pt idx="1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AA-4716-886C-69073273D1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Astra X7</c:v>
                </c:pt>
              </c:strCache>
            </c:strRef>
          </c:tx>
          <c:spPr>
            <a:ln w="3175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W13</c:v>
                </c:pt>
                <c:pt idx="1">
                  <c:v>W14</c:v>
                </c:pt>
                <c:pt idx="2">
                  <c:v>W15</c:v>
                </c:pt>
                <c:pt idx="3">
                  <c:v>W16</c:v>
                </c:pt>
                <c:pt idx="4">
                  <c:v>W17</c:v>
                </c:pt>
                <c:pt idx="5">
                  <c:v>W18</c:v>
                </c:pt>
                <c:pt idx="6">
                  <c:v>W19</c:v>
                </c:pt>
                <c:pt idx="7">
                  <c:v>W20</c:v>
                </c:pt>
                <c:pt idx="8">
                  <c:v>W21</c:v>
                </c:pt>
                <c:pt idx="9">
                  <c:v>W22</c:v>
                </c:pt>
                <c:pt idx="10">
                  <c:v>W23</c:v>
                </c:pt>
                <c:pt idx="11">
                  <c:v>W24</c:v>
                </c:pt>
                <c:pt idx="12">
                  <c:v>W25</c:v>
                </c:pt>
                <c:pt idx="13">
                  <c:v>W26</c:v>
                </c:pt>
                <c:pt idx="14">
                  <c:v>W27</c:v>
                </c:pt>
                <c:pt idx="15">
                  <c:v>W28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117</c:v>
                </c:pt>
                <c:pt idx="1">
                  <c:v>153</c:v>
                </c:pt>
                <c:pt idx="2">
                  <c:v>326</c:v>
                </c:pt>
                <c:pt idx="3">
                  <c:v>842</c:v>
                </c:pt>
                <c:pt idx="4">
                  <c:v>1417</c:v>
                </c:pt>
                <c:pt idx="5">
                  <c:v>997</c:v>
                </c:pt>
                <c:pt idx="6">
                  <c:v>943</c:v>
                </c:pt>
                <c:pt idx="7">
                  <c:v>881</c:v>
                </c:pt>
                <c:pt idx="8">
                  <c:v>996</c:v>
                </c:pt>
                <c:pt idx="9">
                  <c:v>674</c:v>
                </c:pt>
                <c:pt idx="10">
                  <c:v>602</c:v>
                </c:pt>
                <c:pt idx="11">
                  <c:v>523</c:v>
                </c:pt>
                <c:pt idx="12">
                  <c:v>488</c:v>
                </c:pt>
                <c:pt idx="13">
                  <c:v>453</c:v>
                </c:pt>
                <c:pt idx="14">
                  <c:v>426</c:v>
                </c:pt>
                <c:pt idx="15">
                  <c:v>367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B8-43EC-B508-2C6EF5F37D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Astra 80 Pro</c:v>
                </c:pt>
              </c:strCache>
            </c:strRef>
          </c:tx>
          <c:spPr>
            <a:ln w="3175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W13</c:v>
                </c:pt>
                <c:pt idx="1">
                  <c:v>W14</c:v>
                </c:pt>
                <c:pt idx="2">
                  <c:v>W15</c:v>
                </c:pt>
                <c:pt idx="3">
                  <c:v>W16</c:v>
                </c:pt>
                <c:pt idx="4">
                  <c:v>W17</c:v>
                </c:pt>
                <c:pt idx="5">
                  <c:v>W18</c:v>
                </c:pt>
                <c:pt idx="6">
                  <c:v>W19</c:v>
                </c:pt>
                <c:pt idx="7">
                  <c:v>W20</c:v>
                </c:pt>
                <c:pt idx="8">
                  <c:v>W21</c:v>
                </c:pt>
                <c:pt idx="9">
                  <c:v>W22</c:v>
                </c:pt>
                <c:pt idx="10">
                  <c:v>W23</c:v>
                </c:pt>
                <c:pt idx="11">
                  <c:v>W24</c:v>
                </c:pt>
                <c:pt idx="12">
                  <c:v>W25</c:v>
                </c:pt>
                <c:pt idx="13">
                  <c:v>W26</c:v>
                </c:pt>
                <c:pt idx="14">
                  <c:v>W27</c:v>
                </c:pt>
                <c:pt idx="15">
                  <c:v>W28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110</c:v>
                </c:pt>
                <c:pt idx="1">
                  <c:v>161</c:v>
                </c:pt>
                <c:pt idx="2">
                  <c:v>244</c:v>
                </c:pt>
                <c:pt idx="3">
                  <c:v>334</c:v>
                </c:pt>
                <c:pt idx="4">
                  <c:v>421</c:v>
                </c:pt>
                <c:pt idx="5">
                  <c:v>540</c:v>
                </c:pt>
                <c:pt idx="6">
                  <c:v>678</c:v>
                </c:pt>
                <c:pt idx="7">
                  <c:v>674</c:v>
                </c:pt>
                <c:pt idx="8">
                  <c:v>602</c:v>
                </c:pt>
                <c:pt idx="9">
                  <c:v>523</c:v>
                </c:pt>
                <c:pt idx="10">
                  <c:v>582</c:v>
                </c:pt>
                <c:pt idx="11">
                  <c:v>637</c:v>
                </c:pt>
                <c:pt idx="12">
                  <c:v>806</c:v>
                </c:pt>
                <c:pt idx="13">
                  <c:v>700</c:v>
                </c:pt>
                <c:pt idx="14">
                  <c:v>665</c:v>
                </c:pt>
                <c:pt idx="15">
                  <c:v>364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1B8-43EC-B508-2C6EF5F37D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Apple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23H1</c:v>
                </c:pt>
                <c:pt idx="1">
                  <c:v>23H2</c:v>
                </c:pt>
                <c:pt idx="2">
                  <c:v>24H1</c:v>
                </c:pt>
                <c:pt idx="3">
                  <c:v>24H2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21</c:v>
                </c:pt>
                <c:pt idx="2">
                  <c:v>18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8D-4B33-9F2F-C58169C37C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Samsung</c:v>
                </c:pt>
              </c:strCache>
            </c:strRef>
          </c:tx>
          <c:spPr>
            <a:solidFill>
              <a:srgbClr val="56565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23H1</c:v>
                </c:pt>
                <c:pt idx="1">
                  <c:v>23H2</c:v>
                </c:pt>
                <c:pt idx="2">
                  <c:v>24H1</c:v>
                </c:pt>
                <c:pt idx="3">
                  <c:v>24H2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26</c:v>
                </c:pt>
                <c:pt idx="2">
                  <c:v>24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8D-4B33-9F2F-C58169C37C8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Acme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23H1</c:v>
                </c:pt>
                <c:pt idx="1">
                  <c:v>23H2</c:v>
                </c:pt>
                <c:pt idx="2">
                  <c:v>24H1</c:v>
                </c:pt>
                <c:pt idx="3">
                  <c:v>24H2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29</c:v>
                </c:pt>
                <c:pt idx="1">
                  <c:v>26</c:v>
                </c:pt>
                <c:pt idx="2">
                  <c:v>26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8D-4B33-9F2F-C58169C37C8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Xiaomi</c:v>
                </c:pt>
              </c:strCache>
            </c:strRef>
          </c:tx>
          <c:spPr>
            <a:solidFill>
              <a:srgbClr val="A0A0A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23H1</c:v>
                </c:pt>
                <c:pt idx="1">
                  <c:v>23H2</c:v>
                </c:pt>
                <c:pt idx="2">
                  <c:v>24H1</c:v>
                </c:pt>
                <c:pt idx="3">
                  <c:v>24H2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26</c:v>
                </c:pt>
                <c:pt idx="1">
                  <c:v>26</c:v>
                </c:pt>
                <c:pt idx="2">
                  <c:v>23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F8D-4B33-9F2F-C58169C37C8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Oppo</c:v>
                </c:pt>
              </c:strCache>
            </c:strRef>
          </c:tx>
          <c:spPr>
            <a:solidFill>
              <a:srgbClr val="BEBEB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23H1</c:v>
                </c:pt>
                <c:pt idx="1">
                  <c:v>23H2</c:v>
                </c:pt>
                <c:pt idx="2">
                  <c:v>24H1</c:v>
                </c:pt>
                <c:pt idx="3">
                  <c:v>24H2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18</c:v>
                </c:pt>
                <c:pt idx="1">
                  <c:v>29</c:v>
                </c:pt>
                <c:pt idx="2">
                  <c:v>13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F8D-4B33-9F2F-C58169C37C84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Motorola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23H1</c:v>
                </c:pt>
                <c:pt idx="1">
                  <c:v>23H2</c:v>
                </c:pt>
                <c:pt idx="2">
                  <c:v>24H1</c:v>
                </c:pt>
                <c:pt idx="3">
                  <c:v>24H2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26</c:v>
                </c:pt>
                <c:pt idx="1">
                  <c:v>16</c:v>
                </c:pt>
                <c:pt idx="2">
                  <c:v>13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F8D-4B33-9F2F-C58169C37C84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EDEDE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23H1</c:v>
                </c:pt>
                <c:pt idx="1">
                  <c:v>23H2</c:v>
                </c:pt>
                <c:pt idx="2">
                  <c:v>24H1</c:v>
                </c:pt>
                <c:pt idx="3">
                  <c:v>24H2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10</c:v>
                </c:pt>
                <c:pt idx="1">
                  <c:v>10</c:v>
                </c:pt>
                <c:pt idx="2">
                  <c:v>24</c:v>
                </c:pt>
                <c:pt idx="3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F8D-4B33-9F2F-C58169C37C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Apple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0~150</c:v>
                </c:pt>
                <c:pt idx="1">
                  <c:v>0~150</c:v>
                </c:pt>
                <c:pt idx="2">
                  <c:v>0~150</c:v>
                </c:pt>
                <c:pt idx="3">
                  <c:v>0~150</c:v>
                </c:pt>
                <c:pt idx="4">
                  <c:v>150~200</c:v>
                </c:pt>
                <c:pt idx="5">
                  <c:v>150~200</c:v>
                </c:pt>
                <c:pt idx="6">
                  <c:v>150~200</c:v>
                </c:pt>
                <c:pt idx="7">
                  <c:v>150~200</c:v>
                </c:pt>
                <c:pt idx="8">
                  <c:v>200~300</c:v>
                </c:pt>
                <c:pt idx="9">
                  <c:v>200~300</c:v>
                </c:pt>
                <c:pt idx="10">
                  <c:v>200~300</c:v>
                </c:pt>
                <c:pt idx="11">
                  <c:v>200~300</c:v>
                </c:pt>
                <c:pt idx="12">
                  <c:v>300~400</c:v>
                </c:pt>
                <c:pt idx="13">
                  <c:v>300~400</c:v>
                </c:pt>
                <c:pt idx="14">
                  <c:v>300~400</c:v>
                </c:pt>
                <c:pt idx="15">
                  <c:v>300~400</c:v>
                </c:pt>
                <c:pt idx="16">
                  <c:v>400~600</c:v>
                </c:pt>
                <c:pt idx="17">
                  <c:v>400~600</c:v>
                </c:pt>
                <c:pt idx="18">
                  <c:v>400~600</c:v>
                </c:pt>
                <c:pt idx="19">
                  <c:v>400~600</c:v>
                </c:pt>
                <c:pt idx="20">
                  <c:v>600~1K</c:v>
                </c:pt>
                <c:pt idx="21">
                  <c:v>600~1K</c:v>
                </c:pt>
                <c:pt idx="22">
                  <c:v>600~1K</c:v>
                </c:pt>
                <c:pt idx="23">
                  <c:v>600~1K</c:v>
                </c:pt>
                <c:pt idx="24">
                  <c:v>1K+</c:v>
                </c:pt>
                <c:pt idx="25">
                  <c:v>1K+</c:v>
                </c:pt>
                <c:pt idx="26">
                  <c:v>1K+</c:v>
                </c:pt>
                <c:pt idx="27">
                  <c:v>1K+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17</c:v>
                </c:pt>
                <c:pt idx="1">
                  <c:v>22</c:v>
                </c:pt>
                <c:pt idx="2">
                  <c:v>27</c:v>
                </c:pt>
                <c:pt idx="3">
                  <c:v>9</c:v>
                </c:pt>
                <c:pt idx="4">
                  <c:v>23</c:v>
                </c:pt>
                <c:pt idx="5">
                  <c:v>26</c:v>
                </c:pt>
                <c:pt idx="6">
                  <c:v>27</c:v>
                </c:pt>
                <c:pt idx="7">
                  <c:v>17</c:v>
                </c:pt>
                <c:pt idx="8">
                  <c:v>25</c:v>
                </c:pt>
                <c:pt idx="9">
                  <c:v>28</c:v>
                </c:pt>
                <c:pt idx="10">
                  <c:v>13</c:v>
                </c:pt>
                <c:pt idx="11">
                  <c:v>17</c:v>
                </c:pt>
                <c:pt idx="12">
                  <c:v>24</c:v>
                </c:pt>
                <c:pt idx="13">
                  <c:v>11</c:v>
                </c:pt>
                <c:pt idx="14">
                  <c:v>21</c:v>
                </c:pt>
                <c:pt idx="15">
                  <c:v>28</c:v>
                </c:pt>
                <c:pt idx="16">
                  <c:v>29</c:v>
                </c:pt>
                <c:pt idx="17">
                  <c:v>29</c:v>
                </c:pt>
                <c:pt idx="18">
                  <c:v>17</c:v>
                </c:pt>
                <c:pt idx="19">
                  <c:v>28</c:v>
                </c:pt>
                <c:pt idx="20">
                  <c:v>30</c:v>
                </c:pt>
                <c:pt idx="21">
                  <c:v>11</c:v>
                </c:pt>
                <c:pt idx="22">
                  <c:v>18</c:v>
                </c:pt>
                <c:pt idx="23">
                  <c:v>16</c:v>
                </c:pt>
                <c:pt idx="24">
                  <c:v>13</c:v>
                </c:pt>
                <c:pt idx="25">
                  <c:v>29</c:v>
                </c:pt>
                <c:pt idx="26">
                  <c:v>14</c:v>
                </c:pt>
                <c:pt idx="27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BD-4E54-BF89-540752DFCC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Samsung</c:v>
                </c:pt>
              </c:strCache>
            </c:strRef>
          </c:tx>
          <c:spPr>
            <a:solidFill>
              <a:srgbClr val="565656"/>
            </a:solidFill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0~150</c:v>
                </c:pt>
                <c:pt idx="1">
                  <c:v>0~150</c:v>
                </c:pt>
                <c:pt idx="2">
                  <c:v>0~150</c:v>
                </c:pt>
                <c:pt idx="3">
                  <c:v>0~150</c:v>
                </c:pt>
                <c:pt idx="4">
                  <c:v>150~200</c:v>
                </c:pt>
                <c:pt idx="5">
                  <c:v>150~200</c:v>
                </c:pt>
                <c:pt idx="6">
                  <c:v>150~200</c:v>
                </c:pt>
                <c:pt idx="7">
                  <c:v>150~200</c:v>
                </c:pt>
                <c:pt idx="8">
                  <c:v>200~300</c:v>
                </c:pt>
                <c:pt idx="9">
                  <c:v>200~300</c:v>
                </c:pt>
                <c:pt idx="10">
                  <c:v>200~300</c:v>
                </c:pt>
                <c:pt idx="11">
                  <c:v>200~300</c:v>
                </c:pt>
                <c:pt idx="12">
                  <c:v>300~400</c:v>
                </c:pt>
                <c:pt idx="13">
                  <c:v>300~400</c:v>
                </c:pt>
                <c:pt idx="14">
                  <c:v>300~400</c:v>
                </c:pt>
                <c:pt idx="15">
                  <c:v>300~400</c:v>
                </c:pt>
                <c:pt idx="16">
                  <c:v>400~600</c:v>
                </c:pt>
                <c:pt idx="17">
                  <c:v>400~600</c:v>
                </c:pt>
                <c:pt idx="18">
                  <c:v>400~600</c:v>
                </c:pt>
                <c:pt idx="19">
                  <c:v>400~600</c:v>
                </c:pt>
                <c:pt idx="20">
                  <c:v>600~1K</c:v>
                </c:pt>
                <c:pt idx="21">
                  <c:v>600~1K</c:v>
                </c:pt>
                <c:pt idx="22">
                  <c:v>600~1K</c:v>
                </c:pt>
                <c:pt idx="23">
                  <c:v>600~1K</c:v>
                </c:pt>
                <c:pt idx="24">
                  <c:v>1K+</c:v>
                </c:pt>
                <c:pt idx="25">
                  <c:v>1K+</c:v>
                </c:pt>
                <c:pt idx="26">
                  <c:v>1K+</c:v>
                </c:pt>
                <c:pt idx="27">
                  <c:v>1K+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24</c:v>
                </c:pt>
                <c:pt idx="1">
                  <c:v>27</c:v>
                </c:pt>
                <c:pt idx="2">
                  <c:v>24</c:v>
                </c:pt>
                <c:pt idx="3">
                  <c:v>18</c:v>
                </c:pt>
                <c:pt idx="4">
                  <c:v>25</c:v>
                </c:pt>
                <c:pt idx="5">
                  <c:v>20</c:v>
                </c:pt>
                <c:pt idx="6">
                  <c:v>27</c:v>
                </c:pt>
                <c:pt idx="7">
                  <c:v>25</c:v>
                </c:pt>
                <c:pt idx="8">
                  <c:v>23</c:v>
                </c:pt>
                <c:pt idx="9">
                  <c:v>17</c:v>
                </c:pt>
                <c:pt idx="10">
                  <c:v>22</c:v>
                </c:pt>
                <c:pt idx="11">
                  <c:v>30</c:v>
                </c:pt>
                <c:pt idx="12">
                  <c:v>19</c:v>
                </c:pt>
                <c:pt idx="13">
                  <c:v>15</c:v>
                </c:pt>
                <c:pt idx="14">
                  <c:v>20</c:v>
                </c:pt>
                <c:pt idx="15">
                  <c:v>25</c:v>
                </c:pt>
                <c:pt idx="16">
                  <c:v>22</c:v>
                </c:pt>
                <c:pt idx="17">
                  <c:v>15</c:v>
                </c:pt>
                <c:pt idx="18">
                  <c:v>23</c:v>
                </c:pt>
                <c:pt idx="19">
                  <c:v>24</c:v>
                </c:pt>
                <c:pt idx="20">
                  <c:v>18</c:v>
                </c:pt>
                <c:pt idx="21">
                  <c:v>8</c:v>
                </c:pt>
                <c:pt idx="22">
                  <c:v>22</c:v>
                </c:pt>
                <c:pt idx="23">
                  <c:v>29</c:v>
                </c:pt>
                <c:pt idx="24">
                  <c:v>11</c:v>
                </c:pt>
                <c:pt idx="25">
                  <c:v>21</c:v>
                </c:pt>
                <c:pt idx="26">
                  <c:v>11</c:v>
                </c:pt>
                <c:pt idx="27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BD-4E54-BF89-540752DFCC3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Acme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0~150</c:v>
                </c:pt>
                <c:pt idx="1">
                  <c:v>0~150</c:v>
                </c:pt>
                <c:pt idx="2">
                  <c:v>0~150</c:v>
                </c:pt>
                <c:pt idx="3">
                  <c:v>0~150</c:v>
                </c:pt>
                <c:pt idx="4">
                  <c:v>150~200</c:v>
                </c:pt>
                <c:pt idx="5">
                  <c:v>150~200</c:v>
                </c:pt>
                <c:pt idx="6">
                  <c:v>150~200</c:v>
                </c:pt>
                <c:pt idx="7">
                  <c:v>150~200</c:v>
                </c:pt>
                <c:pt idx="8">
                  <c:v>200~300</c:v>
                </c:pt>
                <c:pt idx="9">
                  <c:v>200~300</c:v>
                </c:pt>
                <c:pt idx="10">
                  <c:v>200~300</c:v>
                </c:pt>
                <c:pt idx="11">
                  <c:v>200~300</c:v>
                </c:pt>
                <c:pt idx="12">
                  <c:v>300~400</c:v>
                </c:pt>
                <c:pt idx="13">
                  <c:v>300~400</c:v>
                </c:pt>
                <c:pt idx="14">
                  <c:v>300~400</c:v>
                </c:pt>
                <c:pt idx="15">
                  <c:v>300~400</c:v>
                </c:pt>
                <c:pt idx="16">
                  <c:v>400~600</c:v>
                </c:pt>
                <c:pt idx="17">
                  <c:v>400~600</c:v>
                </c:pt>
                <c:pt idx="18">
                  <c:v>400~600</c:v>
                </c:pt>
                <c:pt idx="19">
                  <c:v>400~600</c:v>
                </c:pt>
                <c:pt idx="20">
                  <c:v>600~1K</c:v>
                </c:pt>
                <c:pt idx="21">
                  <c:v>600~1K</c:v>
                </c:pt>
                <c:pt idx="22">
                  <c:v>600~1K</c:v>
                </c:pt>
                <c:pt idx="23">
                  <c:v>600~1K</c:v>
                </c:pt>
                <c:pt idx="24">
                  <c:v>1K+</c:v>
                </c:pt>
                <c:pt idx="25">
                  <c:v>1K+</c:v>
                </c:pt>
                <c:pt idx="26">
                  <c:v>1K+</c:v>
                </c:pt>
                <c:pt idx="27">
                  <c:v>1K+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26</c:v>
                </c:pt>
                <c:pt idx="1">
                  <c:v>19</c:v>
                </c:pt>
                <c:pt idx="2">
                  <c:v>20</c:v>
                </c:pt>
                <c:pt idx="3">
                  <c:v>19</c:v>
                </c:pt>
                <c:pt idx="4">
                  <c:v>15</c:v>
                </c:pt>
                <c:pt idx="5">
                  <c:v>23</c:v>
                </c:pt>
                <c:pt idx="6">
                  <c:v>30</c:v>
                </c:pt>
                <c:pt idx="7">
                  <c:v>11</c:v>
                </c:pt>
                <c:pt idx="8">
                  <c:v>9</c:v>
                </c:pt>
                <c:pt idx="9">
                  <c:v>15</c:v>
                </c:pt>
                <c:pt idx="10">
                  <c:v>25</c:v>
                </c:pt>
                <c:pt idx="11">
                  <c:v>22</c:v>
                </c:pt>
                <c:pt idx="12">
                  <c:v>26</c:v>
                </c:pt>
                <c:pt idx="13">
                  <c:v>23</c:v>
                </c:pt>
                <c:pt idx="14">
                  <c:v>14</c:v>
                </c:pt>
                <c:pt idx="15">
                  <c:v>24</c:v>
                </c:pt>
                <c:pt idx="16">
                  <c:v>19</c:v>
                </c:pt>
                <c:pt idx="17">
                  <c:v>8</c:v>
                </c:pt>
                <c:pt idx="18">
                  <c:v>19</c:v>
                </c:pt>
                <c:pt idx="19">
                  <c:v>25</c:v>
                </c:pt>
                <c:pt idx="20">
                  <c:v>22</c:v>
                </c:pt>
                <c:pt idx="21">
                  <c:v>11</c:v>
                </c:pt>
                <c:pt idx="22">
                  <c:v>26</c:v>
                </c:pt>
                <c:pt idx="23">
                  <c:v>11</c:v>
                </c:pt>
                <c:pt idx="24">
                  <c:v>20</c:v>
                </c:pt>
                <c:pt idx="25">
                  <c:v>14</c:v>
                </c:pt>
                <c:pt idx="26">
                  <c:v>25</c:v>
                </c:pt>
                <c:pt idx="27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DBD-4E54-BF89-540752DFCC3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Xiaomi</c:v>
                </c:pt>
              </c:strCache>
            </c:strRef>
          </c:tx>
          <c:spPr>
            <a:solidFill>
              <a:srgbClr val="A0A0A0"/>
            </a:solidFill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0~150</c:v>
                </c:pt>
                <c:pt idx="1">
                  <c:v>0~150</c:v>
                </c:pt>
                <c:pt idx="2">
                  <c:v>0~150</c:v>
                </c:pt>
                <c:pt idx="3">
                  <c:v>0~150</c:v>
                </c:pt>
                <c:pt idx="4">
                  <c:v>150~200</c:v>
                </c:pt>
                <c:pt idx="5">
                  <c:v>150~200</c:v>
                </c:pt>
                <c:pt idx="6">
                  <c:v>150~200</c:v>
                </c:pt>
                <c:pt idx="7">
                  <c:v>150~200</c:v>
                </c:pt>
                <c:pt idx="8">
                  <c:v>200~300</c:v>
                </c:pt>
                <c:pt idx="9">
                  <c:v>200~300</c:v>
                </c:pt>
                <c:pt idx="10">
                  <c:v>200~300</c:v>
                </c:pt>
                <c:pt idx="11">
                  <c:v>200~300</c:v>
                </c:pt>
                <c:pt idx="12">
                  <c:v>300~400</c:v>
                </c:pt>
                <c:pt idx="13">
                  <c:v>300~400</c:v>
                </c:pt>
                <c:pt idx="14">
                  <c:v>300~400</c:v>
                </c:pt>
                <c:pt idx="15">
                  <c:v>300~400</c:v>
                </c:pt>
                <c:pt idx="16">
                  <c:v>400~600</c:v>
                </c:pt>
                <c:pt idx="17">
                  <c:v>400~600</c:v>
                </c:pt>
                <c:pt idx="18">
                  <c:v>400~600</c:v>
                </c:pt>
                <c:pt idx="19">
                  <c:v>400~600</c:v>
                </c:pt>
                <c:pt idx="20">
                  <c:v>600~1K</c:v>
                </c:pt>
                <c:pt idx="21">
                  <c:v>600~1K</c:v>
                </c:pt>
                <c:pt idx="22">
                  <c:v>600~1K</c:v>
                </c:pt>
                <c:pt idx="23">
                  <c:v>600~1K</c:v>
                </c:pt>
                <c:pt idx="24">
                  <c:v>1K+</c:v>
                </c:pt>
                <c:pt idx="25">
                  <c:v>1K+</c:v>
                </c:pt>
                <c:pt idx="26">
                  <c:v>1K+</c:v>
                </c:pt>
                <c:pt idx="27">
                  <c:v>1K+</c:v>
                </c:pt>
              </c:strCache>
            </c: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27</c:v>
                </c:pt>
                <c:pt idx="1">
                  <c:v>18</c:v>
                </c:pt>
                <c:pt idx="2">
                  <c:v>22</c:v>
                </c:pt>
                <c:pt idx="3">
                  <c:v>18</c:v>
                </c:pt>
                <c:pt idx="4">
                  <c:v>19</c:v>
                </c:pt>
                <c:pt idx="5">
                  <c:v>29</c:v>
                </c:pt>
                <c:pt idx="6">
                  <c:v>30</c:v>
                </c:pt>
                <c:pt idx="7">
                  <c:v>21</c:v>
                </c:pt>
                <c:pt idx="8">
                  <c:v>18</c:v>
                </c:pt>
                <c:pt idx="9">
                  <c:v>27</c:v>
                </c:pt>
                <c:pt idx="10">
                  <c:v>12</c:v>
                </c:pt>
                <c:pt idx="11">
                  <c:v>28</c:v>
                </c:pt>
                <c:pt idx="12">
                  <c:v>13</c:v>
                </c:pt>
                <c:pt idx="13">
                  <c:v>23</c:v>
                </c:pt>
                <c:pt idx="14">
                  <c:v>12</c:v>
                </c:pt>
                <c:pt idx="15">
                  <c:v>24</c:v>
                </c:pt>
                <c:pt idx="16">
                  <c:v>16</c:v>
                </c:pt>
                <c:pt idx="17">
                  <c:v>16</c:v>
                </c:pt>
                <c:pt idx="18">
                  <c:v>22</c:v>
                </c:pt>
                <c:pt idx="19">
                  <c:v>9</c:v>
                </c:pt>
                <c:pt idx="20">
                  <c:v>19</c:v>
                </c:pt>
                <c:pt idx="21">
                  <c:v>14</c:v>
                </c:pt>
                <c:pt idx="22">
                  <c:v>20</c:v>
                </c:pt>
                <c:pt idx="23">
                  <c:v>22</c:v>
                </c:pt>
                <c:pt idx="24">
                  <c:v>27</c:v>
                </c:pt>
                <c:pt idx="25">
                  <c:v>11</c:v>
                </c:pt>
                <c:pt idx="26">
                  <c:v>9</c:v>
                </c:pt>
                <c:pt idx="27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DBD-4E54-BF89-540752DFCC3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Oppo</c:v>
                </c:pt>
              </c:strCache>
            </c:strRef>
          </c:tx>
          <c:spPr>
            <a:solidFill>
              <a:srgbClr val="BEBEBE"/>
            </a:solidFill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0~150</c:v>
                </c:pt>
                <c:pt idx="1">
                  <c:v>0~150</c:v>
                </c:pt>
                <c:pt idx="2">
                  <c:v>0~150</c:v>
                </c:pt>
                <c:pt idx="3">
                  <c:v>0~150</c:v>
                </c:pt>
                <c:pt idx="4">
                  <c:v>150~200</c:v>
                </c:pt>
                <c:pt idx="5">
                  <c:v>150~200</c:v>
                </c:pt>
                <c:pt idx="6">
                  <c:v>150~200</c:v>
                </c:pt>
                <c:pt idx="7">
                  <c:v>150~200</c:v>
                </c:pt>
                <c:pt idx="8">
                  <c:v>200~300</c:v>
                </c:pt>
                <c:pt idx="9">
                  <c:v>200~300</c:v>
                </c:pt>
                <c:pt idx="10">
                  <c:v>200~300</c:v>
                </c:pt>
                <c:pt idx="11">
                  <c:v>200~300</c:v>
                </c:pt>
                <c:pt idx="12">
                  <c:v>300~400</c:v>
                </c:pt>
                <c:pt idx="13">
                  <c:v>300~400</c:v>
                </c:pt>
                <c:pt idx="14">
                  <c:v>300~400</c:v>
                </c:pt>
                <c:pt idx="15">
                  <c:v>300~400</c:v>
                </c:pt>
                <c:pt idx="16">
                  <c:v>400~600</c:v>
                </c:pt>
                <c:pt idx="17">
                  <c:v>400~600</c:v>
                </c:pt>
                <c:pt idx="18">
                  <c:v>400~600</c:v>
                </c:pt>
                <c:pt idx="19">
                  <c:v>400~600</c:v>
                </c:pt>
                <c:pt idx="20">
                  <c:v>600~1K</c:v>
                </c:pt>
                <c:pt idx="21">
                  <c:v>600~1K</c:v>
                </c:pt>
                <c:pt idx="22">
                  <c:v>600~1K</c:v>
                </c:pt>
                <c:pt idx="23">
                  <c:v>600~1K</c:v>
                </c:pt>
                <c:pt idx="24">
                  <c:v>1K+</c:v>
                </c:pt>
                <c:pt idx="25">
                  <c:v>1K+</c:v>
                </c:pt>
                <c:pt idx="26">
                  <c:v>1K+</c:v>
                </c:pt>
                <c:pt idx="27">
                  <c:v>1K+</c:v>
                </c:pt>
              </c:strCache>
            </c:strRef>
          </c:cat>
          <c:val>
            <c:numRef>
              <c:f>Sheet1!$F$2:$F$29</c:f>
              <c:numCache>
                <c:formatCode>General</c:formatCode>
                <c:ptCount val="28"/>
                <c:pt idx="0">
                  <c:v>11</c:v>
                </c:pt>
                <c:pt idx="1">
                  <c:v>19</c:v>
                </c:pt>
                <c:pt idx="2">
                  <c:v>12</c:v>
                </c:pt>
                <c:pt idx="3">
                  <c:v>20</c:v>
                </c:pt>
                <c:pt idx="4">
                  <c:v>10</c:v>
                </c:pt>
                <c:pt idx="5">
                  <c:v>12</c:v>
                </c:pt>
                <c:pt idx="6">
                  <c:v>27</c:v>
                </c:pt>
                <c:pt idx="7">
                  <c:v>20</c:v>
                </c:pt>
                <c:pt idx="8">
                  <c:v>19</c:v>
                </c:pt>
                <c:pt idx="9">
                  <c:v>26</c:v>
                </c:pt>
                <c:pt idx="10">
                  <c:v>9</c:v>
                </c:pt>
                <c:pt idx="11">
                  <c:v>20</c:v>
                </c:pt>
                <c:pt idx="12">
                  <c:v>15</c:v>
                </c:pt>
                <c:pt idx="13">
                  <c:v>27</c:v>
                </c:pt>
                <c:pt idx="14">
                  <c:v>19</c:v>
                </c:pt>
                <c:pt idx="15">
                  <c:v>21</c:v>
                </c:pt>
                <c:pt idx="16">
                  <c:v>22</c:v>
                </c:pt>
                <c:pt idx="17">
                  <c:v>10</c:v>
                </c:pt>
                <c:pt idx="18">
                  <c:v>25</c:v>
                </c:pt>
                <c:pt idx="19">
                  <c:v>10</c:v>
                </c:pt>
                <c:pt idx="20">
                  <c:v>21</c:v>
                </c:pt>
                <c:pt idx="21">
                  <c:v>25</c:v>
                </c:pt>
                <c:pt idx="22">
                  <c:v>14</c:v>
                </c:pt>
                <c:pt idx="23">
                  <c:v>29</c:v>
                </c:pt>
                <c:pt idx="24">
                  <c:v>13</c:v>
                </c:pt>
                <c:pt idx="25">
                  <c:v>22</c:v>
                </c:pt>
                <c:pt idx="26">
                  <c:v>9</c:v>
                </c:pt>
                <c:pt idx="27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DBD-4E54-BF89-540752DFCC3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Motorola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0~150</c:v>
                </c:pt>
                <c:pt idx="1">
                  <c:v>0~150</c:v>
                </c:pt>
                <c:pt idx="2">
                  <c:v>0~150</c:v>
                </c:pt>
                <c:pt idx="3">
                  <c:v>0~150</c:v>
                </c:pt>
                <c:pt idx="4">
                  <c:v>150~200</c:v>
                </c:pt>
                <c:pt idx="5">
                  <c:v>150~200</c:v>
                </c:pt>
                <c:pt idx="6">
                  <c:v>150~200</c:v>
                </c:pt>
                <c:pt idx="7">
                  <c:v>150~200</c:v>
                </c:pt>
                <c:pt idx="8">
                  <c:v>200~300</c:v>
                </c:pt>
                <c:pt idx="9">
                  <c:v>200~300</c:v>
                </c:pt>
                <c:pt idx="10">
                  <c:v>200~300</c:v>
                </c:pt>
                <c:pt idx="11">
                  <c:v>200~300</c:v>
                </c:pt>
                <c:pt idx="12">
                  <c:v>300~400</c:v>
                </c:pt>
                <c:pt idx="13">
                  <c:v>300~400</c:v>
                </c:pt>
                <c:pt idx="14">
                  <c:v>300~400</c:v>
                </c:pt>
                <c:pt idx="15">
                  <c:v>300~400</c:v>
                </c:pt>
                <c:pt idx="16">
                  <c:v>400~600</c:v>
                </c:pt>
                <c:pt idx="17">
                  <c:v>400~600</c:v>
                </c:pt>
                <c:pt idx="18">
                  <c:v>400~600</c:v>
                </c:pt>
                <c:pt idx="19">
                  <c:v>400~600</c:v>
                </c:pt>
                <c:pt idx="20">
                  <c:v>600~1K</c:v>
                </c:pt>
                <c:pt idx="21">
                  <c:v>600~1K</c:v>
                </c:pt>
                <c:pt idx="22">
                  <c:v>600~1K</c:v>
                </c:pt>
                <c:pt idx="23">
                  <c:v>600~1K</c:v>
                </c:pt>
                <c:pt idx="24">
                  <c:v>1K+</c:v>
                </c:pt>
                <c:pt idx="25">
                  <c:v>1K+</c:v>
                </c:pt>
                <c:pt idx="26">
                  <c:v>1K+</c:v>
                </c:pt>
                <c:pt idx="27">
                  <c:v>1K+</c:v>
                </c:pt>
              </c:strCache>
            </c:strRef>
          </c:cat>
          <c:val>
            <c:numRef>
              <c:f>Sheet1!$G$2:$G$29</c:f>
              <c:numCache>
                <c:formatCode>General</c:formatCode>
                <c:ptCount val="28"/>
                <c:pt idx="0">
                  <c:v>24</c:v>
                </c:pt>
                <c:pt idx="1">
                  <c:v>15</c:v>
                </c:pt>
                <c:pt idx="2">
                  <c:v>29</c:v>
                </c:pt>
                <c:pt idx="3">
                  <c:v>21</c:v>
                </c:pt>
                <c:pt idx="4">
                  <c:v>26</c:v>
                </c:pt>
                <c:pt idx="5">
                  <c:v>18</c:v>
                </c:pt>
                <c:pt idx="6">
                  <c:v>25</c:v>
                </c:pt>
                <c:pt idx="7">
                  <c:v>25</c:v>
                </c:pt>
                <c:pt idx="8">
                  <c:v>12</c:v>
                </c:pt>
                <c:pt idx="9">
                  <c:v>21</c:v>
                </c:pt>
                <c:pt idx="10">
                  <c:v>23</c:v>
                </c:pt>
                <c:pt idx="11">
                  <c:v>17</c:v>
                </c:pt>
                <c:pt idx="12">
                  <c:v>17</c:v>
                </c:pt>
                <c:pt idx="13">
                  <c:v>20</c:v>
                </c:pt>
                <c:pt idx="14">
                  <c:v>27</c:v>
                </c:pt>
                <c:pt idx="15">
                  <c:v>23</c:v>
                </c:pt>
                <c:pt idx="16">
                  <c:v>24</c:v>
                </c:pt>
                <c:pt idx="17">
                  <c:v>21</c:v>
                </c:pt>
                <c:pt idx="18">
                  <c:v>20</c:v>
                </c:pt>
                <c:pt idx="19">
                  <c:v>29</c:v>
                </c:pt>
                <c:pt idx="20">
                  <c:v>11</c:v>
                </c:pt>
                <c:pt idx="21">
                  <c:v>13</c:v>
                </c:pt>
                <c:pt idx="22">
                  <c:v>24</c:v>
                </c:pt>
                <c:pt idx="23">
                  <c:v>22</c:v>
                </c:pt>
                <c:pt idx="24">
                  <c:v>19</c:v>
                </c:pt>
                <c:pt idx="25">
                  <c:v>17</c:v>
                </c:pt>
                <c:pt idx="26">
                  <c:v>30</c:v>
                </c:pt>
                <c:pt idx="27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DBD-4E54-BF89-540752DFCC36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EDEDED"/>
            </a:solidFill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0~150</c:v>
                </c:pt>
                <c:pt idx="1">
                  <c:v>0~150</c:v>
                </c:pt>
                <c:pt idx="2">
                  <c:v>0~150</c:v>
                </c:pt>
                <c:pt idx="3">
                  <c:v>0~150</c:v>
                </c:pt>
                <c:pt idx="4">
                  <c:v>150~200</c:v>
                </c:pt>
                <c:pt idx="5">
                  <c:v>150~200</c:v>
                </c:pt>
                <c:pt idx="6">
                  <c:v>150~200</c:v>
                </c:pt>
                <c:pt idx="7">
                  <c:v>150~200</c:v>
                </c:pt>
                <c:pt idx="8">
                  <c:v>200~300</c:v>
                </c:pt>
                <c:pt idx="9">
                  <c:v>200~300</c:v>
                </c:pt>
                <c:pt idx="10">
                  <c:v>200~300</c:v>
                </c:pt>
                <c:pt idx="11">
                  <c:v>200~300</c:v>
                </c:pt>
                <c:pt idx="12">
                  <c:v>300~400</c:v>
                </c:pt>
                <c:pt idx="13">
                  <c:v>300~400</c:v>
                </c:pt>
                <c:pt idx="14">
                  <c:v>300~400</c:v>
                </c:pt>
                <c:pt idx="15">
                  <c:v>300~400</c:v>
                </c:pt>
                <c:pt idx="16">
                  <c:v>400~600</c:v>
                </c:pt>
                <c:pt idx="17">
                  <c:v>400~600</c:v>
                </c:pt>
                <c:pt idx="18">
                  <c:v>400~600</c:v>
                </c:pt>
                <c:pt idx="19">
                  <c:v>400~600</c:v>
                </c:pt>
                <c:pt idx="20">
                  <c:v>600~1K</c:v>
                </c:pt>
                <c:pt idx="21">
                  <c:v>600~1K</c:v>
                </c:pt>
                <c:pt idx="22">
                  <c:v>600~1K</c:v>
                </c:pt>
                <c:pt idx="23">
                  <c:v>600~1K</c:v>
                </c:pt>
                <c:pt idx="24">
                  <c:v>1K+</c:v>
                </c:pt>
                <c:pt idx="25">
                  <c:v>1K+</c:v>
                </c:pt>
                <c:pt idx="26">
                  <c:v>1K+</c:v>
                </c:pt>
                <c:pt idx="27">
                  <c:v>1K+</c:v>
                </c:pt>
              </c:strCache>
            </c:strRef>
          </c:cat>
          <c:val>
            <c:numRef>
              <c:f>Sheet1!$H$2:$H$29</c:f>
              <c:numCache>
                <c:formatCode>General</c:formatCode>
                <c:ptCount val="28"/>
                <c:pt idx="0">
                  <c:v>10</c:v>
                </c:pt>
                <c:pt idx="1">
                  <c:v>12</c:v>
                </c:pt>
                <c:pt idx="2">
                  <c:v>17</c:v>
                </c:pt>
                <c:pt idx="3">
                  <c:v>21</c:v>
                </c:pt>
                <c:pt idx="4">
                  <c:v>15</c:v>
                </c:pt>
                <c:pt idx="5">
                  <c:v>19</c:v>
                </c:pt>
                <c:pt idx="6">
                  <c:v>12</c:v>
                </c:pt>
                <c:pt idx="7">
                  <c:v>20</c:v>
                </c:pt>
                <c:pt idx="8">
                  <c:v>12</c:v>
                </c:pt>
                <c:pt idx="9">
                  <c:v>17</c:v>
                </c:pt>
                <c:pt idx="10">
                  <c:v>27</c:v>
                </c:pt>
                <c:pt idx="11">
                  <c:v>27</c:v>
                </c:pt>
                <c:pt idx="12">
                  <c:v>22</c:v>
                </c:pt>
                <c:pt idx="13">
                  <c:v>28</c:v>
                </c:pt>
                <c:pt idx="14">
                  <c:v>24</c:v>
                </c:pt>
                <c:pt idx="15">
                  <c:v>14</c:v>
                </c:pt>
                <c:pt idx="16">
                  <c:v>14</c:v>
                </c:pt>
                <c:pt idx="17">
                  <c:v>20</c:v>
                </c:pt>
                <c:pt idx="18">
                  <c:v>14</c:v>
                </c:pt>
                <c:pt idx="19">
                  <c:v>10</c:v>
                </c:pt>
                <c:pt idx="20">
                  <c:v>10</c:v>
                </c:pt>
                <c:pt idx="21">
                  <c:v>29</c:v>
                </c:pt>
                <c:pt idx="22">
                  <c:v>26</c:v>
                </c:pt>
                <c:pt idx="23">
                  <c:v>22</c:v>
                </c:pt>
                <c:pt idx="24">
                  <c:v>26</c:v>
                </c:pt>
                <c:pt idx="25">
                  <c:v>28</c:v>
                </c:pt>
                <c:pt idx="26">
                  <c:v>10</c:v>
                </c:pt>
                <c:pt idx="27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DBD-4E54-BF89-540752DFCC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4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Apple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</c:v>
                </c:pt>
                <c:pt idx="1">
                  <c:v>24</c:v>
                </c:pt>
                <c:pt idx="2">
                  <c:v>27</c:v>
                </c:pt>
                <c:pt idx="3">
                  <c:v>9</c:v>
                </c:pt>
                <c:pt idx="4">
                  <c:v>13</c:v>
                </c:pt>
                <c:pt idx="5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10-4AC5-888E-B44D1CF1D6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Samsung</c:v>
                </c:pt>
              </c:strCache>
            </c:strRef>
          </c:tx>
          <c:spPr>
            <a:solidFill>
              <a:srgbClr val="56565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</c:v>
                </c:pt>
                <c:pt idx="1">
                  <c:v>13</c:v>
                </c:pt>
                <c:pt idx="2">
                  <c:v>17</c:v>
                </c:pt>
                <c:pt idx="3">
                  <c:v>16</c:v>
                </c:pt>
                <c:pt idx="4">
                  <c:v>29</c:v>
                </c:pt>
                <c:pt idx="5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10-4AC5-888E-B44D1CF1D68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Acme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26</c:v>
                </c:pt>
                <c:pt idx="1">
                  <c:v>29</c:v>
                </c:pt>
                <c:pt idx="2">
                  <c:v>10</c:v>
                </c:pt>
                <c:pt idx="3">
                  <c:v>13</c:v>
                </c:pt>
                <c:pt idx="4">
                  <c:v>21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410-4AC5-888E-B44D1CF1D68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Xiaomi</c:v>
                </c:pt>
              </c:strCache>
            </c:strRef>
          </c:tx>
          <c:spPr>
            <a:solidFill>
              <a:srgbClr val="A0A0A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20</c:v>
                </c:pt>
                <c:pt idx="1">
                  <c:v>10</c:v>
                </c:pt>
                <c:pt idx="2">
                  <c:v>22</c:v>
                </c:pt>
                <c:pt idx="3">
                  <c:v>15</c:v>
                </c:pt>
                <c:pt idx="4">
                  <c:v>8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410-4AC5-888E-B44D1CF1D68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Oppo</c:v>
                </c:pt>
              </c:strCache>
            </c:strRef>
          </c:tx>
          <c:spPr>
            <a:solidFill>
              <a:srgbClr val="BEBEB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23</c:v>
                </c:pt>
                <c:pt idx="1">
                  <c:v>16</c:v>
                </c:pt>
                <c:pt idx="2">
                  <c:v>16</c:v>
                </c:pt>
                <c:pt idx="3">
                  <c:v>27</c:v>
                </c:pt>
                <c:pt idx="4">
                  <c:v>18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410-4AC5-888E-B44D1CF1D68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19</c:v>
                </c:pt>
                <c:pt idx="1">
                  <c:v>29</c:v>
                </c:pt>
                <c:pt idx="2">
                  <c:v>24</c:v>
                </c:pt>
                <c:pt idx="3">
                  <c:v>23</c:v>
                </c:pt>
                <c:pt idx="4">
                  <c:v>16</c:v>
                </c:pt>
                <c:pt idx="5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410-4AC5-888E-B44D1CF1D6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Apple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</c:v>
                </c:pt>
                <c:pt idx="1">
                  <c:v>10</c:v>
                </c:pt>
                <c:pt idx="2">
                  <c:v>13</c:v>
                </c:pt>
                <c:pt idx="3">
                  <c:v>30</c:v>
                </c:pt>
                <c:pt idx="4">
                  <c:v>15</c:v>
                </c:pt>
                <c:pt idx="5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20-47D3-8B17-32093358F0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Samsung</c:v>
                </c:pt>
              </c:strCache>
            </c:strRef>
          </c:tx>
          <c:spPr>
            <a:solidFill>
              <a:srgbClr val="56565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</c:v>
                </c:pt>
                <c:pt idx="1">
                  <c:v>14</c:v>
                </c:pt>
                <c:pt idx="2">
                  <c:v>24</c:v>
                </c:pt>
                <c:pt idx="3">
                  <c:v>10</c:v>
                </c:pt>
                <c:pt idx="4">
                  <c:v>23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20-47D3-8B17-32093358F0F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Acme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24</c:v>
                </c:pt>
                <c:pt idx="1">
                  <c:v>27</c:v>
                </c:pt>
                <c:pt idx="2">
                  <c:v>30</c:v>
                </c:pt>
                <c:pt idx="3">
                  <c:v>20</c:v>
                </c:pt>
                <c:pt idx="4">
                  <c:v>19</c:v>
                </c:pt>
                <c:pt idx="5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20-47D3-8B17-32093358F0F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Xiaomi</c:v>
                </c:pt>
              </c:strCache>
            </c:strRef>
          </c:tx>
          <c:spPr>
            <a:solidFill>
              <a:srgbClr val="A0A0A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23</c:v>
                </c:pt>
                <c:pt idx="1">
                  <c:v>20</c:v>
                </c:pt>
                <c:pt idx="2">
                  <c:v>28</c:v>
                </c:pt>
                <c:pt idx="3">
                  <c:v>26</c:v>
                </c:pt>
                <c:pt idx="4">
                  <c:v>27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420-47D3-8B17-32093358F0F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Oppo</c:v>
                </c:pt>
              </c:strCache>
            </c:strRef>
          </c:tx>
          <c:spPr>
            <a:solidFill>
              <a:srgbClr val="BEBEB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16</c:v>
                </c:pt>
                <c:pt idx="1">
                  <c:v>28</c:v>
                </c:pt>
                <c:pt idx="2">
                  <c:v>24</c:v>
                </c:pt>
                <c:pt idx="3">
                  <c:v>26</c:v>
                </c:pt>
                <c:pt idx="4">
                  <c:v>26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420-47D3-8B17-32093358F0F8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21</c:v>
                </c:pt>
                <c:pt idx="1">
                  <c:v>26</c:v>
                </c:pt>
                <c:pt idx="2">
                  <c:v>23</c:v>
                </c:pt>
                <c:pt idx="3">
                  <c:v>18</c:v>
                </c:pt>
                <c:pt idx="4">
                  <c:v>11</c:v>
                </c:pt>
                <c:pt idx="5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420-47D3-8B17-32093358F0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Apple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18</c:v>
                </c:pt>
                <c:pt idx="3">
                  <c:v>19</c:v>
                </c:pt>
                <c:pt idx="4">
                  <c:v>26</c:v>
                </c:pt>
                <c:pt idx="5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2E-4B3A-BDD2-D133F88221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Samsung</c:v>
                </c:pt>
              </c:strCache>
            </c:strRef>
          </c:tx>
          <c:spPr>
            <a:solidFill>
              <a:srgbClr val="56565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17</c:v>
                </c:pt>
                <c:pt idx="2">
                  <c:v>24</c:v>
                </c:pt>
                <c:pt idx="3">
                  <c:v>20</c:v>
                </c:pt>
                <c:pt idx="4">
                  <c:v>19</c:v>
                </c:pt>
                <c:pt idx="5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2E-4B3A-BDD2-D133F88221B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Acme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28</c:v>
                </c:pt>
                <c:pt idx="1">
                  <c:v>16</c:v>
                </c:pt>
                <c:pt idx="2">
                  <c:v>25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2E-4B3A-BDD2-D133F88221B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Xiaomi</c:v>
                </c:pt>
              </c:strCache>
            </c:strRef>
          </c:tx>
          <c:spPr>
            <a:solidFill>
              <a:srgbClr val="A0A0A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26</c:v>
                </c:pt>
                <c:pt idx="1">
                  <c:v>29</c:v>
                </c:pt>
                <c:pt idx="2">
                  <c:v>11</c:v>
                </c:pt>
                <c:pt idx="3">
                  <c:v>21</c:v>
                </c:pt>
                <c:pt idx="4">
                  <c:v>26</c:v>
                </c:pt>
                <c:pt idx="5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42E-4B3A-BDD2-D133F88221B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Oppo</c:v>
                </c:pt>
              </c:strCache>
            </c:strRef>
          </c:tx>
          <c:spPr>
            <a:solidFill>
              <a:srgbClr val="BEBEB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26</c:v>
                </c:pt>
                <c:pt idx="1">
                  <c:v>28</c:v>
                </c:pt>
                <c:pt idx="2">
                  <c:v>26</c:v>
                </c:pt>
                <c:pt idx="3">
                  <c:v>28</c:v>
                </c:pt>
                <c:pt idx="4">
                  <c:v>17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42E-4B3A-BDD2-D133F88221B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24</c:v>
                </c:pt>
                <c:pt idx="1">
                  <c:v>19</c:v>
                </c:pt>
                <c:pt idx="2">
                  <c:v>21</c:v>
                </c:pt>
                <c:pt idx="3">
                  <c:v>22</c:v>
                </c:pt>
                <c:pt idx="4">
                  <c:v>16</c:v>
                </c:pt>
                <c:pt idx="5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42E-4B3A-BDD2-D133F88221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Apple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14</c:v>
                </c:pt>
                <c:pt idx="2">
                  <c:v>18</c:v>
                </c:pt>
                <c:pt idx="3">
                  <c:v>19</c:v>
                </c:pt>
                <c:pt idx="4">
                  <c:v>11</c:v>
                </c:pt>
                <c:pt idx="5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FB-4275-A236-84351CF93F0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Samsung</c:v>
                </c:pt>
              </c:strCache>
            </c:strRef>
          </c:tx>
          <c:spPr>
            <a:solidFill>
              <a:srgbClr val="56565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</c:v>
                </c:pt>
                <c:pt idx="1">
                  <c:v>29</c:v>
                </c:pt>
                <c:pt idx="2">
                  <c:v>30</c:v>
                </c:pt>
                <c:pt idx="3">
                  <c:v>28</c:v>
                </c:pt>
                <c:pt idx="4">
                  <c:v>29</c:v>
                </c:pt>
                <c:pt idx="5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FB-4275-A236-84351CF93F0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Acme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24</c:v>
                </c:pt>
                <c:pt idx="1">
                  <c:v>10</c:v>
                </c:pt>
                <c:pt idx="2">
                  <c:v>17</c:v>
                </c:pt>
                <c:pt idx="3">
                  <c:v>21</c:v>
                </c:pt>
                <c:pt idx="4">
                  <c:v>29</c:v>
                </c:pt>
                <c:pt idx="5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4FB-4275-A236-84351CF93F0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Xiaomi</c:v>
                </c:pt>
              </c:strCache>
            </c:strRef>
          </c:tx>
          <c:spPr>
            <a:solidFill>
              <a:srgbClr val="A0A0A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26</c:v>
                </c:pt>
                <c:pt idx="3">
                  <c:v>25</c:v>
                </c:pt>
                <c:pt idx="4">
                  <c:v>14</c:v>
                </c:pt>
                <c:pt idx="5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4FB-4275-A236-84351CF93F0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Oppo</c:v>
                </c:pt>
              </c:strCache>
            </c:strRef>
          </c:tx>
          <c:spPr>
            <a:solidFill>
              <a:srgbClr val="BEBEB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15</c:v>
                </c:pt>
                <c:pt idx="1">
                  <c:v>12</c:v>
                </c:pt>
                <c:pt idx="2">
                  <c:v>16</c:v>
                </c:pt>
                <c:pt idx="3">
                  <c:v>16</c:v>
                </c:pt>
                <c:pt idx="4">
                  <c:v>23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4FB-4275-A236-84351CF93F0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23</c:v>
                </c:pt>
                <c:pt idx="1">
                  <c:v>23</c:v>
                </c:pt>
                <c:pt idx="2">
                  <c:v>27</c:v>
                </c:pt>
                <c:pt idx="3">
                  <c:v>27</c:v>
                </c:pt>
                <c:pt idx="4">
                  <c:v>18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4FB-4275-A236-84351CF93F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Apple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8</c:v>
                </c:pt>
                <c:pt idx="2">
                  <c:v>20</c:v>
                </c:pt>
                <c:pt idx="3">
                  <c:v>11</c:v>
                </c:pt>
                <c:pt idx="4">
                  <c:v>24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D5-4FC3-88FC-C08D954226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Samsung</c:v>
                </c:pt>
              </c:strCache>
            </c:strRef>
          </c:tx>
          <c:spPr>
            <a:solidFill>
              <a:srgbClr val="56565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</c:v>
                </c:pt>
                <c:pt idx="1">
                  <c:v>18</c:v>
                </c:pt>
                <c:pt idx="2">
                  <c:v>25</c:v>
                </c:pt>
                <c:pt idx="3">
                  <c:v>13</c:v>
                </c:pt>
                <c:pt idx="4">
                  <c:v>20</c:v>
                </c:pt>
                <c:pt idx="5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D5-4FC3-88FC-C08D954226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Acme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25</c:v>
                </c:pt>
                <c:pt idx="1">
                  <c:v>21</c:v>
                </c:pt>
                <c:pt idx="2">
                  <c:v>13</c:v>
                </c:pt>
                <c:pt idx="3">
                  <c:v>17</c:v>
                </c:pt>
                <c:pt idx="4">
                  <c:v>25</c:v>
                </c:pt>
                <c:pt idx="5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D5-4FC3-88FC-C08D9542269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Xiaomi</c:v>
                </c:pt>
              </c:strCache>
            </c:strRef>
          </c:tx>
          <c:spPr>
            <a:solidFill>
              <a:srgbClr val="A0A0A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21</c:v>
                </c:pt>
                <c:pt idx="1">
                  <c:v>25</c:v>
                </c:pt>
                <c:pt idx="2">
                  <c:v>13</c:v>
                </c:pt>
                <c:pt idx="3">
                  <c:v>15</c:v>
                </c:pt>
                <c:pt idx="4">
                  <c:v>22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D5-4FC3-88FC-C08D9542269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Oppo</c:v>
                </c:pt>
              </c:strCache>
            </c:strRef>
          </c:tx>
          <c:spPr>
            <a:solidFill>
              <a:srgbClr val="BEBEB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21</c:v>
                </c:pt>
                <c:pt idx="1">
                  <c:v>18</c:v>
                </c:pt>
                <c:pt idx="2">
                  <c:v>24</c:v>
                </c:pt>
                <c:pt idx="3">
                  <c:v>17</c:v>
                </c:pt>
                <c:pt idx="4">
                  <c:v>21</c:v>
                </c:pt>
                <c:pt idx="5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D5-4FC3-88FC-C08D9542269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10</c:v>
                </c:pt>
                <c:pt idx="1">
                  <c:v>28</c:v>
                </c:pt>
                <c:pt idx="2">
                  <c:v>27</c:v>
                </c:pt>
                <c:pt idx="3">
                  <c:v>9</c:v>
                </c:pt>
                <c:pt idx="4">
                  <c:v>25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3D5-4FC3-88FC-C08D954226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1909</c:v>
                </c:pt>
                <c:pt idx="1">
                  <c:v>2176</c:v>
                </c:pt>
                <c:pt idx="2">
                  <c:v>2338</c:v>
                </c:pt>
                <c:pt idx="3">
                  <c:v>2548</c:v>
                </c:pt>
                <c:pt idx="4">
                  <c:v>2451</c:v>
                </c:pt>
                <c:pt idx="5">
                  <c:v>2408</c:v>
                </c:pt>
                <c:pt idx="6">
                  <c:v>1894</c:v>
                </c:pt>
                <c:pt idx="7">
                  <c:v>1844</c:v>
                </c:pt>
                <c:pt idx="8">
                  <c:v>1774</c:v>
                </c:pt>
                <c:pt idx="9">
                  <c:v>1784</c:v>
                </c:pt>
                <c:pt idx="10">
                  <c:v>1866</c:v>
                </c:pt>
                <c:pt idx="11">
                  <c:v>1513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07-4A86-BC76-6DB71193C9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Sell In</c:v>
                </c:pt>
              </c:strCache>
            </c:strRef>
          </c:tx>
          <c:spPr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483</c:v>
                </c:pt>
                <c:pt idx="1">
                  <c:v>683</c:v>
                </c:pt>
                <c:pt idx="2">
                  <c:v>866</c:v>
                </c:pt>
                <c:pt idx="3">
                  <c:v>575</c:v>
                </c:pt>
                <c:pt idx="4">
                  <c:v>720</c:v>
                </c:pt>
                <c:pt idx="5">
                  <c:v>595</c:v>
                </c:pt>
                <c:pt idx="6">
                  <c:v>641</c:v>
                </c:pt>
                <c:pt idx="7">
                  <c:v>700</c:v>
                </c:pt>
                <c:pt idx="8">
                  <c:v>537</c:v>
                </c:pt>
                <c:pt idx="9">
                  <c:v>667</c:v>
                </c:pt>
                <c:pt idx="10">
                  <c:v>817</c:v>
                </c:pt>
                <c:pt idx="11">
                  <c:v>450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C07-4A86-BC76-6DB71193C9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Sell Out</c:v>
                </c:pt>
              </c:strCache>
            </c:strRef>
          </c:tx>
          <c:spPr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849</c:v>
                </c:pt>
                <c:pt idx="1">
                  <c:v>619</c:v>
                </c:pt>
                <c:pt idx="2">
                  <c:v>514</c:v>
                </c:pt>
                <c:pt idx="3">
                  <c:v>662</c:v>
                </c:pt>
                <c:pt idx="4">
                  <c:v>594</c:v>
                </c:pt>
                <c:pt idx="5">
                  <c:v>702</c:v>
                </c:pt>
                <c:pt idx="6">
                  <c:v>543</c:v>
                </c:pt>
                <c:pt idx="7">
                  <c:v>718</c:v>
                </c:pt>
                <c:pt idx="8">
                  <c:v>822</c:v>
                </c:pt>
                <c:pt idx="9">
                  <c:v>837</c:v>
                </c:pt>
                <c:pt idx="10">
                  <c:v>572</c:v>
                </c:pt>
                <c:pt idx="11">
                  <c:v>614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C07-4A86-BC76-6DB71193C9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2017</c:v>
                </c:pt>
                <c:pt idx="1">
                  <c:v>2309</c:v>
                </c:pt>
                <c:pt idx="2">
                  <c:v>2693</c:v>
                </c:pt>
                <c:pt idx="3">
                  <c:v>2430</c:v>
                </c:pt>
                <c:pt idx="4">
                  <c:v>2598</c:v>
                </c:pt>
                <c:pt idx="5">
                  <c:v>2323</c:v>
                </c:pt>
                <c:pt idx="6">
                  <c:v>2227</c:v>
                </c:pt>
                <c:pt idx="7">
                  <c:v>2029</c:v>
                </c:pt>
                <c:pt idx="8">
                  <c:v>1754</c:v>
                </c:pt>
                <c:pt idx="9">
                  <c:v>1680</c:v>
                </c:pt>
                <c:pt idx="10">
                  <c:v>1825</c:v>
                </c:pt>
                <c:pt idx="11">
                  <c:v>1655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D3-4C17-BC1A-4AB55A5323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Sell In</c:v>
                </c:pt>
              </c:strCache>
            </c:strRef>
          </c:tx>
          <c:spPr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570</c:v>
                </c:pt>
                <c:pt idx="1">
                  <c:v>874</c:v>
                </c:pt>
                <c:pt idx="2">
                  <c:v>525</c:v>
                </c:pt>
                <c:pt idx="3">
                  <c:v>512</c:v>
                </c:pt>
                <c:pt idx="4">
                  <c:v>542</c:v>
                </c:pt>
                <c:pt idx="5">
                  <c:v>768</c:v>
                </c:pt>
                <c:pt idx="6">
                  <c:v>422</c:v>
                </c:pt>
                <c:pt idx="7">
                  <c:v>615</c:v>
                </c:pt>
                <c:pt idx="8">
                  <c:v>756</c:v>
                </c:pt>
                <c:pt idx="9">
                  <c:v>760</c:v>
                </c:pt>
                <c:pt idx="10">
                  <c:v>661</c:v>
                </c:pt>
                <c:pt idx="11">
                  <c:v>467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D3-4C17-BC1A-4AB55A5323D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Sell Out</c:v>
                </c:pt>
              </c:strCache>
            </c:strRef>
          </c:tx>
          <c:spPr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550</c:v>
                </c:pt>
                <c:pt idx="1">
                  <c:v>885</c:v>
                </c:pt>
                <c:pt idx="2">
                  <c:v>876</c:v>
                </c:pt>
                <c:pt idx="3">
                  <c:v>782</c:v>
                </c:pt>
                <c:pt idx="4">
                  <c:v>677</c:v>
                </c:pt>
                <c:pt idx="5">
                  <c:v>687</c:v>
                </c:pt>
                <c:pt idx="6">
                  <c:v>709</c:v>
                </c:pt>
                <c:pt idx="7">
                  <c:v>554</c:v>
                </c:pt>
                <c:pt idx="8">
                  <c:v>715</c:v>
                </c:pt>
                <c:pt idx="9">
                  <c:v>806</c:v>
                </c:pt>
                <c:pt idx="10">
                  <c:v>604</c:v>
                </c:pt>
                <c:pt idx="11">
                  <c:v>547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1D3-4C17-BC1A-4AB55A5323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1997</c:v>
                </c:pt>
                <c:pt idx="1">
                  <c:v>2475</c:v>
                </c:pt>
                <c:pt idx="2">
                  <c:v>2542</c:v>
                </c:pt>
                <c:pt idx="3">
                  <c:v>2649</c:v>
                </c:pt>
                <c:pt idx="4">
                  <c:v>2330</c:v>
                </c:pt>
                <c:pt idx="5">
                  <c:v>2289</c:v>
                </c:pt>
                <c:pt idx="6">
                  <c:v>1894</c:v>
                </c:pt>
                <c:pt idx="7">
                  <c:v>2006</c:v>
                </c:pt>
                <c:pt idx="8">
                  <c:v>1835</c:v>
                </c:pt>
                <c:pt idx="9">
                  <c:v>1844</c:v>
                </c:pt>
                <c:pt idx="10">
                  <c:v>1584</c:v>
                </c:pt>
                <c:pt idx="11">
                  <c:v>1804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70-4D08-90A8-D45C2A011B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Sell In</c:v>
                </c:pt>
              </c:strCache>
            </c:strRef>
          </c:tx>
          <c:spPr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447</c:v>
                </c:pt>
                <c:pt idx="1">
                  <c:v>815</c:v>
                </c:pt>
                <c:pt idx="2">
                  <c:v>650</c:v>
                </c:pt>
                <c:pt idx="3">
                  <c:v>583</c:v>
                </c:pt>
                <c:pt idx="4">
                  <c:v>434</c:v>
                </c:pt>
                <c:pt idx="5">
                  <c:v>521</c:v>
                </c:pt>
                <c:pt idx="6">
                  <c:v>430</c:v>
                </c:pt>
                <c:pt idx="7">
                  <c:v>666</c:v>
                </c:pt>
                <c:pt idx="8">
                  <c:v>466</c:v>
                </c:pt>
                <c:pt idx="9">
                  <c:v>718</c:v>
                </c:pt>
                <c:pt idx="10">
                  <c:v>565</c:v>
                </c:pt>
                <c:pt idx="11">
                  <c:v>879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70-4D08-90A8-D45C2A011B0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Sell Out</c:v>
                </c:pt>
              </c:strCache>
            </c:strRef>
          </c:tx>
          <c:spPr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685</c:v>
                </c:pt>
                <c:pt idx="1">
                  <c:v>822</c:v>
                </c:pt>
                <c:pt idx="2">
                  <c:v>853</c:v>
                </c:pt>
                <c:pt idx="3">
                  <c:v>789</c:v>
                </c:pt>
                <c:pt idx="4">
                  <c:v>605</c:v>
                </c:pt>
                <c:pt idx="5">
                  <c:v>605</c:v>
                </c:pt>
                <c:pt idx="6">
                  <c:v>509</c:v>
                </c:pt>
                <c:pt idx="7">
                  <c:v>819</c:v>
                </c:pt>
                <c:pt idx="8">
                  <c:v>849</c:v>
                </c:pt>
                <c:pt idx="9">
                  <c:v>638</c:v>
                </c:pt>
                <c:pt idx="10">
                  <c:v>731</c:v>
                </c:pt>
                <c:pt idx="11">
                  <c:v>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F70-4D08-90A8-D45C2A011B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1974</c:v>
                </c:pt>
                <c:pt idx="1">
                  <c:v>2210</c:v>
                </c:pt>
                <c:pt idx="2">
                  <c:v>2627</c:v>
                </c:pt>
                <c:pt idx="3">
                  <c:v>2661</c:v>
                </c:pt>
                <c:pt idx="4">
                  <c:v>2639</c:v>
                </c:pt>
                <c:pt idx="5">
                  <c:v>2168</c:v>
                </c:pt>
                <c:pt idx="6">
                  <c:v>2026</c:v>
                </c:pt>
                <c:pt idx="7">
                  <c:v>1778</c:v>
                </c:pt>
                <c:pt idx="8">
                  <c:v>1869</c:v>
                </c:pt>
                <c:pt idx="9">
                  <c:v>1528</c:v>
                </c:pt>
                <c:pt idx="10">
                  <c:v>1637</c:v>
                </c:pt>
                <c:pt idx="11">
                  <c:v>1849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BE-4996-A982-23741049AE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Sell In</c:v>
                </c:pt>
              </c:strCache>
            </c:strRef>
          </c:tx>
          <c:spPr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710</c:v>
                </c:pt>
                <c:pt idx="1">
                  <c:v>710</c:v>
                </c:pt>
                <c:pt idx="2">
                  <c:v>879</c:v>
                </c:pt>
                <c:pt idx="3">
                  <c:v>536</c:v>
                </c:pt>
                <c:pt idx="4">
                  <c:v>408</c:v>
                </c:pt>
                <c:pt idx="5">
                  <c:v>796</c:v>
                </c:pt>
                <c:pt idx="6">
                  <c:v>548</c:v>
                </c:pt>
                <c:pt idx="7">
                  <c:v>528</c:v>
                </c:pt>
                <c:pt idx="8">
                  <c:v>469</c:v>
                </c:pt>
                <c:pt idx="9">
                  <c:v>778</c:v>
                </c:pt>
                <c:pt idx="10">
                  <c:v>684</c:v>
                </c:pt>
                <c:pt idx="11">
                  <c:v>551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6BE-4996-A982-23741049AE5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Sell Out</c:v>
                </c:pt>
              </c:strCache>
            </c:strRef>
          </c:tx>
          <c:spPr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669</c:v>
                </c:pt>
                <c:pt idx="1">
                  <c:v>756</c:v>
                </c:pt>
                <c:pt idx="2">
                  <c:v>620</c:v>
                </c:pt>
                <c:pt idx="3">
                  <c:v>880</c:v>
                </c:pt>
                <c:pt idx="4">
                  <c:v>538</c:v>
                </c:pt>
                <c:pt idx="5">
                  <c:v>619</c:v>
                </c:pt>
                <c:pt idx="6">
                  <c:v>806</c:v>
                </c:pt>
                <c:pt idx="7">
                  <c:v>789</c:v>
                </c:pt>
                <c:pt idx="8">
                  <c:v>802</c:v>
                </c:pt>
                <c:pt idx="9">
                  <c:v>884</c:v>
                </c:pt>
                <c:pt idx="10">
                  <c:v>584</c:v>
                </c:pt>
                <c:pt idx="11">
                  <c:v>521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6BE-4996-A982-23741049AE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1956</c:v>
                </c:pt>
                <c:pt idx="1">
                  <c:v>2385</c:v>
                </c:pt>
                <c:pt idx="2">
                  <c:v>2576</c:v>
                </c:pt>
                <c:pt idx="3">
                  <c:v>2611</c:v>
                </c:pt>
                <c:pt idx="4">
                  <c:v>2356</c:v>
                </c:pt>
                <c:pt idx="5">
                  <c:v>2130</c:v>
                </c:pt>
                <c:pt idx="6">
                  <c:v>2184</c:v>
                </c:pt>
                <c:pt idx="7">
                  <c:v>1689</c:v>
                </c:pt>
                <c:pt idx="8">
                  <c:v>1627</c:v>
                </c:pt>
                <c:pt idx="9">
                  <c:v>1782</c:v>
                </c:pt>
                <c:pt idx="10">
                  <c:v>1670</c:v>
                </c:pt>
                <c:pt idx="11">
                  <c:v>1563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92-4691-BF2D-7B51A71C6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Sell In</c:v>
                </c:pt>
              </c:strCache>
            </c:strRef>
          </c:tx>
          <c:spPr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750</c:v>
                </c:pt>
                <c:pt idx="1">
                  <c:v>583</c:v>
                </c:pt>
                <c:pt idx="2">
                  <c:v>596</c:v>
                </c:pt>
                <c:pt idx="3">
                  <c:v>854</c:v>
                </c:pt>
                <c:pt idx="4">
                  <c:v>881</c:v>
                </c:pt>
                <c:pt idx="5">
                  <c:v>637</c:v>
                </c:pt>
                <c:pt idx="6">
                  <c:v>437</c:v>
                </c:pt>
                <c:pt idx="7">
                  <c:v>858</c:v>
                </c:pt>
                <c:pt idx="8">
                  <c:v>418</c:v>
                </c:pt>
                <c:pt idx="9">
                  <c:v>691</c:v>
                </c:pt>
                <c:pt idx="10">
                  <c:v>711</c:v>
                </c:pt>
                <c:pt idx="11">
                  <c:v>813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892-4691-BF2D-7B51A71C6F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Sell Out</c:v>
                </c:pt>
              </c:strCache>
            </c:strRef>
          </c:tx>
          <c:spPr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563</c:v>
                </c:pt>
                <c:pt idx="1">
                  <c:v>658</c:v>
                </c:pt>
                <c:pt idx="2">
                  <c:v>880</c:v>
                </c:pt>
                <c:pt idx="3">
                  <c:v>707</c:v>
                </c:pt>
                <c:pt idx="4">
                  <c:v>746</c:v>
                </c:pt>
                <c:pt idx="5">
                  <c:v>888</c:v>
                </c:pt>
                <c:pt idx="6">
                  <c:v>811</c:v>
                </c:pt>
                <c:pt idx="7">
                  <c:v>886</c:v>
                </c:pt>
                <c:pt idx="8">
                  <c:v>852</c:v>
                </c:pt>
                <c:pt idx="9">
                  <c:v>503</c:v>
                </c:pt>
                <c:pt idx="10">
                  <c:v>693</c:v>
                </c:pt>
                <c:pt idx="11">
                  <c:v>826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892-4691-BF2D-7B51A71C6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1838</c:v>
                </c:pt>
                <c:pt idx="1">
                  <c:v>2077</c:v>
                </c:pt>
                <c:pt idx="2">
                  <c:v>2572</c:v>
                </c:pt>
                <c:pt idx="3">
                  <c:v>2610</c:v>
                </c:pt>
                <c:pt idx="4">
                  <c:v>2658</c:v>
                </c:pt>
                <c:pt idx="5">
                  <c:v>2077</c:v>
                </c:pt>
                <c:pt idx="6">
                  <c:v>2085</c:v>
                </c:pt>
                <c:pt idx="7">
                  <c:v>1789</c:v>
                </c:pt>
                <c:pt idx="8">
                  <c:v>1613</c:v>
                </c:pt>
                <c:pt idx="9">
                  <c:v>1604</c:v>
                </c:pt>
                <c:pt idx="10">
                  <c:v>1663</c:v>
                </c:pt>
                <c:pt idx="11">
                  <c:v>1814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1F-4F35-8172-EE17A3DF5E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Sell In</c:v>
                </c:pt>
              </c:strCache>
            </c:strRef>
          </c:tx>
          <c:spPr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618</c:v>
                </c:pt>
                <c:pt idx="1">
                  <c:v>421</c:v>
                </c:pt>
                <c:pt idx="2">
                  <c:v>496</c:v>
                </c:pt>
                <c:pt idx="3">
                  <c:v>728</c:v>
                </c:pt>
                <c:pt idx="4">
                  <c:v>480</c:v>
                </c:pt>
                <c:pt idx="5">
                  <c:v>587</c:v>
                </c:pt>
                <c:pt idx="6">
                  <c:v>771</c:v>
                </c:pt>
                <c:pt idx="7">
                  <c:v>595</c:v>
                </c:pt>
                <c:pt idx="8">
                  <c:v>686</c:v>
                </c:pt>
                <c:pt idx="9">
                  <c:v>595</c:v>
                </c:pt>
                <c:pt idx="10">
                  <c:v>656</c:v>
                </c:pt>
                <c:pt idx="11">
                  <c:v>612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F1F-4F35-8172-EE17A3DF5E9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Sell Out</c:v>
                </c:pt>
              </c:strCache>
            </c:strRef>
          </c:tx>
          <c:spPr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896</c:v>
                </c:pt>
                <c:pt idx="1">
                  <c:v>676</c:v>
                </c:pt>
                <c:pt idx="2">
                  <c:v>789</c:v>
                </c:pt>
                <c:pt idx="3">
                  <c:v>585</c:v>
                </c:pt>
                <c:pt idx="4">
                  <c:v>804</c:v>
                </c:pt>
                <c:pt idx="5">
                  <c:v>728</c:v>
                </c:pt>
                <c:pt idx="6">
                  <c:v>541</c:v>
                </c:pt>
                <c:pt idx="7">
                  <c:v>692</c:v>
                </c:pt>
                <c:pt idx="8">
                  <c:v>760</c:v>
                </c:pt>
                <c:pt idx="9">
                  <c:v>708</c:v>
                </c:pt>
                <c:pt idx="10">
                  <c:v>519</c:v>
                </c:pt>
                <c:pt idx="11">
                  <c:v>891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F1F-4F35-8172-EE17A3DF5E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1958</c:v>
                </c:pt>
                <c:pt idx="1">
                  <c:v>2360</c:v>
                </c:pt>
                <c:pt idx="2">
                  <c:v>2537</c:v>
                </c:pt>
                <c:pt idx="3">
                  <c:v>2462</c:v>
                </c:pt>
                <c:pt idx="4">
                  <c:v>2436</c:v>
                </c:pt>
                <c:pt idx="5">
                  <c:v>2329</c:v>
                </c:pt>
                <c:pt idx="6">
                  <c:v>1864</c:v>
                </c:pt>
                <c:pt idx="7">
                  <c:v>1966</c:v>
                </c:pt>
                <c:pt idx="8">
                  <c:v>1887</c:v>
                </c:pt>
                <c:pt idx="9">
                  <c:v>1552</c:v>
                </c:pt>
                <c:pt idx="10">
                  <c:v>1797</c:v>
                </c:pt>
                <c:pt idx="11">
                  <c:v>1667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93-44FE-BD9C-B1758473A5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Sell In</c:v>
                </c:pt>
              </c:strCache>
            </c:strRef>
          </c:tx>
          <c:spPr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827</c:v>
                </c:pt>
                <c:pt idx="1">
                  <c:v>856</c:v>
                </c:pt>
                <c:pt idx="2">
                  <c:v>485</c:v>
                </c:pt>
                <c:pt idx="3">
                  <c:v>567</c:v>
                </c:pt>
                <c:pt idx="4">
                  <c:v>579</c:v>
                </c:pt>
                <c:pt idx="5">
                  <c:v>574</c:v>
                </c:pt>
                <c:pt idx="6">
                  <c:v>593</c:v>
                </c:pt>
                <c:pt idx="7">
                  <c:v>793</c:v>
                </c:pt>
                <c:pt idx="8">
                  <c:v>790</c:v>
                </c:pt>
                <c:pt idx="9">
                  <c:v>699</c:v>
                </c:pt>
                <c:pt idx="10">
                  <c:v>703</c:v>
                </c:pt>
                <c:pt idx="11">
                  <c:v>627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93-44FE-BD9C-B1758473A5B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Sell Out</c:v>
                </c:pt>
              </c:strCache>
            </c:strRef>
          </c:tx>
          <c:spPr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602</c:v>
                </c:pt>
                <c:pt idx="1">
                  <c:v>501</c:v>
                </c:pt>
                <c:pt idx="2">
                  <c:v>692</c:v>
                </c:pt>
                <c:pt idx="3">
                  <c:v>677</c:v>
                </c:pt>
                <c:pt idx="4">
                  <c:v>813</c:v>
                </c:pt>
                <c:pt idx="5">
                  <c:v>753</c:v>
                </c:pt>
                <c:pt idx="6">
                  <c:v>853</c:v>
                </c:pt>
                <c:pt idx="7">
                  <c:v>681</c:v>
                </c:pt>
                <c:pt idx="8">
                  <c:v>560</c:v>
                </c:pt>
                <c:pt idx="9">
                  <c:v>889</c:v>
                </c:pt>
                <c:pt idx="10">
                  <c:v>517</c:v>
                </c:pt>
                <c:pt idx="11">
                  <c:v>707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D93-44FE-BD9C-B1758473A5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1934</c:v>
                </c:pt>
                <c:pt idx="1">
                  <c:v>2078</c:v>
                </c:pt>
                <c:pt idx="2">
                  <c:v>2317</c:v>
                </c:pt>
                <c:pt idx="3">
                  <c:v>2759</c:v>
                </c:pt>
                <c:pt idx="4">
                  <c:v>2632</c:v>
                </c:pt>
                <c:pt idx="5">
                  <c:v>2144</c:v>
                </c:pt>
                <c:pt idx="6">
                  <c:v>2182</c:v>
                </c:pt>
                <c:pt idx="7">
                  <c:v>1831</c:v>
                </c:pt>
                <c:pt idx="8">
                  <c:v>1618</c:v>
                </c:pt>
                <c:pt idx="9">
                  <c:v>1597</c:v>
                </c:pt>
                <c:pt idx="10">
                  <c:v>1756</c:v>
                </c:pt>
                <c:pt idx="11">
                  <c:v>1686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19-4F0B-98A1-19827ED862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Sell In</c:v>
                </c:pt>
              </c:strCache>
            </c:strRef>
          </c:tx>
          <c:spPr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583</c:v>
                </c:pt>
                <c:pt idx="1">
                  <c:v>711</c:v>
                </c:pt>
                <c:pt idx="2">
                  <c:v>503</c:v>
                </c:pt>
                <c:pt idx="3">
                  <c:v>692</c:v>
                </c:pt>
                <c:pt idx="4">
                  <c:v>616</c:v>
                </c:pt>
                <c:pt idx="5">
                  <c:v>456</c:v>
                </c:pt>
                <c:pt idx="6">
                  <c:v>735</c:v>
                </c:pt>
                <c:pt idx="7">
                  <c:v>815</c:v>
                </c:pt>
                <c:pt idx="8">
                  <c:v>715</c:v>
                </c:pt>
                <c:pt idx="9">
                  <c:v>747</c:v>
                </c:pt>
                <c:pt idx="10">
                  <c:v>635</c:v>
                </c:pt>
                <c:pt idx="11">
                  <c:v>765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19-4F0B-98A1-19827ED862F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Sell Out</c:v>
                </c:pt>
              </c:strCache>
            </c:strRef>
          </c:tx>
          <c:spPr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678</c:v>
                </c:pt>
                <c:pt idx="1">
                  <c:v>590</c:v>
                </c:pt>
                <c:pt idx="2">
                  <c:v>541</c:v>
                </c:pt>
                <c:pt idx="3">
                  <c:v>515</c:v>
                </c:pt>
                <c:pt idx="4">
                  <c:v>689</c:v>
                </c:pt>
                <c:pt idx="5">
                  <c:v>625</c:v>
                </c:pt>
                <c:pt idx="6">
                  <c:v>617</c:v>
                </c:pt>
                <c:pt idx="7">
                  <c:v>728</c:v>
                </c:pt>
                <c:pt idx="8">
                  <c:v>734</c:v>
                </c:pt>
                <c:pt idx="9">
                  <c:v>794</c:v>
                </c:pt>
                <c:pt idx="10">
                  <c:v>695</c:v>
                </c:pt>
                <c:pt idx="11">
                  <c:v>807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819-4F0B-98A1-19827ED862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1950</c:v>
                </c:pt>
                <c:pt idx="1">
                  <c:v>2128</c:v>
                </c:pt>
                <c:pt idx="2">
                  <c:v>2398</c:v>
                </c:pt>
                <c:pt idx="3">
                  <c:v>2615</c:v>
                </c:pt>
                <c:pt idx="4">
                  <c:v>2452</c:v>
                </c:pt>
                <c:pt idx="5">
                  <c:v>2422</c:v>
                </c:pt>
                <c:pt idx="6">
                  <c:v>1997</c:v>
                </c:pt>
                <c:pt idx="7">
                  <c:v>1738</c:v>
                </c:pt>
                <c:pt idx="8">
                  <c:v>1802</c:v>
                </c:pt>
                <c:pt idx="9">
                  <c:v>1643</c:v>
                </c:pt>
                <c:pt idx="10">
                  <c:v>1711</c:v>
                </c:pt>
                <c:pt idx="11">
                  <c:v>1804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BE-422E-BA4F-00AB14AD85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Sell In</c:v>
                </c:pt>
              </c:strCache>
            </c:strRef>
          </c:tx>
          <c:spPr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520</c:v>
                </c:pt>
                <c:pt idx="1">
                  <c:v>420</c:v>
                </c:pt>
                <c:pt idx="2">
                  <c:v>770</c:v>
                </c:pt>
                <c:pt idx="3">
                  <c:v>786</c:v>
                </c:pt>
                <c:pt idx="4">
                  <c:v>763</c:v>
                </c:pt>
                <c:pt idx="5">
                  <c:v>480</c:v>
                </c:pt>
                <c:pt idx="6">
                  <c:v>860</c:v>
                </c:pt>
                <c:pt idx="7">
                  <c:v>513</c:v>
                </c:pt>
                <c:pt idx="8">
                  <c:v>429</c:v>
                </c:pt>
                <c:pt idx="9">
                  <c:v>474</c:v>
                </c:pt>
                <c:pt idx="10">
                  <c:v>822</c:v>
                </c:pt>
                <c:pt idx="11">
                  <c:v>470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BE-422E-BA4F-00AB14AD85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Sell Out</c:v>
                </c:pt>
              </c:strCache>
            </c:strRef>
          </c:tx>
          <c:spPr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644</c:v>
                </c:pt>
                <c:pt idx="1">
                  <c:v>788</c:v>
                </c:pt>
                <c:pt idx="2">
                  <c:v>726</c:v>
                </c:pt>
                <c:pt idx="3">
                  <c:v>873</c:v>
                </c:pt>
                <c:pt idx="4">
                  <c:v>708</c:v>
                </c:pt>
                <c:pt idx="5">
                  <c:v>595</c:v>
                </c:pt>
                <c:pt idx="6">
                  <c:v>885</c:v>
                </c:pt>
                <c:pt idx="7">
                  <c:v>838</c:v>
                </c:pt>
                <c:pt idx="8">
                  <c:v>744</c:v>
                </c:pt>
                <c:pt idx="9">
                  <c:v>504</c:v>
                </c:pt>
                <c:pt idx="10">
                  <c:v>553</c:v>
                </c:pt>
                <c:pt idx="11">
                  <c:v>564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DBE-422E-BA4F-00AB14AD85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6F821-2A43-40AF-A3BE-A129DF26D9E4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E5FC8-5954-473C-87FD-57D0DA600D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431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FBCB4B-403A-0A7D-5D35-EC2308639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0D54DA-03D0-E62A-CD92-5BB910AB34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B9B7BC-83A8-0381-3A2F-B6012303F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BB52F5-73BF-CE85-48F6-78F311506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FB1927-F907-C35A-59F5-E303852A0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758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073C9-8040-1CC8-1044-7878C668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4C55D5-7E26-F52B-9ECC-DBE6DA2AB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FFDBF8-6D13-8791-DB72-A215C78BF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523B75-FF28-5D69-E8D2-521CCC2D5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251C2B-C797-128C-CF3C-C8236825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334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4B25E0-B3C4-CB16-4A89-CCD97D29D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1B33BE-BA2B-44B9-E3DE-1D9916C5A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A8A7ED-2C53-572F-F22F-18A4BCC8B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517677-F490-C82A-49B0-766541F3A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69F073-2A36-4785-5089-8B1D698B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76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E1FBA7-5FCD-4D66-9D0E-0DC9EBB65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1DF498-E606-2381-F97D-BEC8EC0F15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40966-F603-03FB-DA36-914F72B5E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994B4F-ABB3-9597-DB29-F6525C0A8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455B3B-F22E-2635-6CD6-5BC05570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A43B88-6760-C106-48C8-EED690992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185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BE79D-D670-E675-B306-250BB486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344A5A-708E-5F85-222D-874D31B49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04791D-F1E3-5BF1-34AB-9B76EBF40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76185D-4F5E-E8A5-EC65-B1F098496F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0FE879-24CE-A84A-1A09-4CFEF1B064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9982B1D-8EB5-3192-AD84-17871A22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65856F-5C49-C29A-141C-D1E6AC4A5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8008894-9FC4-DD7B-4887-43284FE2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78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B02B34-374B-4743-8CC5-7D58AA6BC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FD32E4-D77B-E2DF-4FA7-BAC364400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DADD38-5A8F-FBD7-EBBA-406A47F50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DC8816-878D-D57C-E751-A9B66546A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484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B57B60-ECD6-FFE0-70CB-B97D474AF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1FC5A0-BFCC-AC39-3356-5639E4E6F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70BA0D-2BE3-9B48-D612-F2DDDDE77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20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288D9C-F6F9-C7A2-B91F-B23B7B188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F5E4A-1B48-55BC-7893-DF311AB98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B7902C-56AD-F9DB-0508-8D2643A47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FF7C15-CA9D-34F2-874D-E4A49674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8CA257-9EB8-673B-199A-27BC5EC9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07F10B-0D30-863C-F0AD-2E3C0357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16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594A95-529A-88C0-0521-384B295E2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E457DDC-17C2-0057-3BD2-AE88407176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EF1408-5478-0B2E-3BFB-9AA5D99D4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E2AE40-E179-FE83-AFB8-AECD2390C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B99921-E4E5-0F3C-16DC-CE82196D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7E5A96-FB9A-F3E2-AEE9-BA7F3369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396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34A0F1-4B9F-19A9-D753-55FEB55D9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DA7458-1356-BEC8-0A45-8F7478FC3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E95644-B2A6-64DA-A84E-A4A04DBF1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FD52C4-16F3-518F-2909-D33B7A0FD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BA3473-0DB3-14AC-E846-2117F410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007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3CDF02-3714-33C0-1DB6-AFA51291B4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8FBDE6-82DE-8201-7B11-6123E22E6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01BC34-BCDA-CF59-592B-591DA56A3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8D7271-0C7E-D3FD-AA0F-3786ABFEC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092D59-457C-CEBA-9520-B4BE9BD8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318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0608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F9288CE-495E-B959-0AA4-7CCD36444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AA8E76-7692-4E00-9A74-73E36273D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D93AC9-DE34-B5F7-3AD2-70A954755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FF2A54-809B-149F-C667-15E110EC0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881A00-4ECE-C44E-E06D-886C9ADEEE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76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7" Type="http://schemas.openxmlformats.org/officeDocument/2006/relationships/chart" Target="../charts/chart1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0.xml"/><Relationship Id="rId4" Type="http://schemas.openxmlformats.org/officeDocument/2006/relationships/chart" Target="../charts/char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2E95F-78E9-1A0F-2B8D-5B61ADD1C2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F1C872-3677-6270-0BCD-54E5867383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985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4508" y="502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2C产业H1回顾：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50228" y="1737360"/>
            <a:ext cx="3718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  </a:t>
            </a: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XX亿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68788" y="1737360"/>
            <a:ext cx="3718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销毛率  </a:t>
            </a: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XX%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87348" y="1737360"/>
            <a:ext cx="3718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发货  </a:t>
            </a: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0228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过去6个月SO堆积图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8788" y="3246120"/>
          <a:ext cx="112471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手机经营：净收入、销毛持平，产业结构持续转型高端，NSS持续改善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8788" y="91440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净收入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8788" y="118872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59.4M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8788" y="171907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1%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08212" y="91440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财务销毛率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08212" y="118872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08212" y="171907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0.4Pct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57636" y="91440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NSIP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57636" y="118872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957636" y="171907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49%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07060" y="91440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*中高端收入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07060" y="118872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207060" y="171907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13.5%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56484" y="91440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56484" y="118872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456484" y="171907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6Pct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8788" y="208483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中高端 = nimbus 及以上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413068" y="2468880"/>
          <a:ext cx="5715000" cy="217322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产品系列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1-11月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净收入(M)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BP(M)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1-11月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销毛率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NSS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折叠屏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553%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↑62%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↑1.1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Vega系列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26.5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27.4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↑4.5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nimbus精品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16.7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↑1.45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nimbus Y系列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124%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38.5%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↑2.1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" name="Table 1"/>
          <p:cNvGraphicFramePr>
            <a:graphicFrameLocks noGrp="1"/>
          </p:cNvGraphicFramePr>
          <p:nvPr/>
        </p:nvGraphicFramePr>
        <p:xfrm>
          <a:off x="6310948" y="2468880"/>
          <a:ext cx="5486400" cy="2130552"/>
        </p:xfrm>
        <a:graphic>
          <a:graphicData uri="http://schemas.openxmlformats.org/drawingml/2006/table">
            <a:tbl>
              <a:tblPr/>
              <a:tblGrid>
                <a:gridCol w="877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1-11月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净收入(M)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BP(M)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1-11月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销毛率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NSS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墨西哥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46.3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哥伦比亚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10.7%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↑23%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南美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41.5%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↑10.8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↑1.2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巴西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1550%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8.7%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256032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手机产业SO：XXX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31356" y="768096"/>
            <a:ext cx="1280160" cy="320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8788" y="1051560"/>
            <a:ext cx="28117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手机SO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8788" y="1371600"/>
            <a:ext cx="28117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XX万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8788" y="1947672"/>
            <a:ext cx="28117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 +48%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70568" y="1051560"/>
            <a:ext cx="28117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旗舰SO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70568" y="1371600"/>
            <a:ext cx="28117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XX万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70568" y="1947672"/>
            <a:ext cx="28117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 +54%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2348" y="1051560"/>
            <a:ext cx="28117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nimbus精品SO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82348" y="1371600"/>
            <a:ext cx="28117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XX万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82348" y="1947672"/>
            <a:ext cx="28117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 +98%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94128" y="1051560"/>
            <a:ext cx="28117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Nimbus Y SO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94128" y="1371600"/>
            <a:ext cx="28117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XX万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894128" y="1947672"/>
            <a:ext cx="28117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 +52%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0228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H1分系列SO堆积面积图</a:t>
            </a:r>
            <a:endParaRPr lang="en-US" sz="1100" dirty="0"/>
          </a:p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点评：XXX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6668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H1分国家SO堆积面积图</a:t>
            </a:r>
            <a:endParaRPr lang="en-US" sz="1100" dirty="0"/>
          </a:p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点评：XXX</a:t>
            </a:r>
            <a:endParaRPr lang="en-US" sz="11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413068" y="3200400"/>
          <a:ext cx="55778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"/>
          <p:cNvGraphicFramePr/>
          <p:nvPr/>
        </p:nvGraphicFramePr>
        <p:xfrm>
          <a:off x="6265228" y="3200400"/>
          <a:ext cx="55778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256032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Astra系列：分产品分周SO / 6月底DOS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31356" y="768096"/>
            <a:ext cx="1280160" cy="32004"/>
          </a:xfrm>
          <a:prstGeom prst="rect">
            <a:avLst/>
          </a:prstGeom>
          <a:solidFill>
            <a:srgbClr val="1A1A1A"/>
          </a:solidFill>
          <a:ln/>
        </p:spPr>
      </p:sp>
      <p:graphicFrame>
        <p:nvGraphicFramePr>
          <p:cNvPr id="4" name="Chart 0"/>
          <p:cNvGraphicFramePr/>
          <p:nvPr/>
        </p:nvGraphicFramePr>
        <p:xfrm>
          <a:off x="458788" y="960120"/>
          <a:ext cx="112471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50228" y="5074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 </a:t>
            </a: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地区部操盘总结：SISO节奏，首销目标达成（分国家 / 线上、线下），H1达成，SKU占比，库存分析，同比上一代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0228" y="55321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 </a:t>
            </a: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各代表处操盘总结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2560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看大盘：品牌份额、档位、变化趋势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951028" y="2926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销售团队 刷新 —— 产业的变化点、变量是什么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8788" y="868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全档位竞争情况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24948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分档位竞争情况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7348" y="1280160"/>
          <a:ext cx="3108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3750628" y="1280160"/>
          <a:ext cx="8092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458788" y="5989320"/>
            <a:ext cx="201168" cy="2011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5"/>
          <p:cNvSpPr/>
          <p:nvPr/>
        </p:nvSpPr>
        <p:spPr>
          <a:xfrm>
            <a:off x="696532" y="5943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058988" y="5989320"/>
            <a:ext cx="201168" cy="201168"/>
          </a:xfrm>
          <a:prstGeom prst="rect">
            <a:avLst/>
          </a:prstGeom>
          <a:solidFill>
            <a:srgbClr val="565656"/>
          </a:solidFill>
          <a:ln/>
        </p:spPr>
      </p:sp>
      <p:sp>
        <p:nvSpPr>
          <p:cNvPr id="11" name="Text 7"/>
          <p:cNvSpPr/>
          <p:nvPr/>
        </p:nvSpPr>
        <p:spPr>
          <a:xfrm>
            <a:off x="2296732" y="5943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Samsung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9188" y="5989320"/>
            <a:ext cx="201168" cy="201168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3" name="Text 9"/>
          <p:cNvSpPr/>
          <p:nvPr/>
        </p:nvSpPr>
        <p:spPr>
          <a:xfrm>
            <a:off x="3896932" y="5943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Acme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259388" y="5989320"/>
            <a:ext cx="201168" cy="201168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15" name="Text 11"/>
          <p:cNvSpPr/>
          <p:nvPr/>
        </p:nvSpPr>
        <p:spPr>
          <a:xfrm>
            <a:off x="5497132" y="5943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Xiaomi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859588" y="5989320"/>
            <a:ext cx="201168" cy="201168"/>
          </a:xfrm>
          <a:prstGeom prst="rect">
            <a:avLst/>
          </a:prstGeom>
          <a:solidFill>
            <a:srgbClr val="BEBEBE"/>
          </a:solidFill>
          <a:ln/>
        </p:spPr>
      </p:sp>
      <p:sp>
        <p:nvSpPr>
          <p:cNvPr id="17" name="Text 13"/>
          <p:cNvSpPr/>
          <p:nvPr/>
        </p:nvSpPr>
        <p:spPr>
          <a:xfrm>
            <a:off x="7097332" y="5943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Oppo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459788" y="5989320"/>
            <a:ext cx="201168" cy="201168"/>
          </a:xfrm>
          <a:prstGeom prst="rect">
            <a:avLst/>
          </a:prstGeom>
          <a:solidFill>
            <a:srgbClr val="D6D6D6"/>
          </a:solidFill>
          <a:ln/>
        </p:spPr>
      </p:sp>
      <p:sp>
        <p:nvSpPr>
          <p:cNvPr id="19" name="Text 15"/>
          <p:cNvSpPr/>
          <p:nvPr/>
        </p:nvSpPr>
        <p:spPr>
          <a:xfrm>
            <a:off x="8697532" y="5943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Motorola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0059988" y="5989320"/>
            <a:ext cx="201168" cy="201168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21" name="Text 17"/>
          <p:cNvSpPr/>
          <p:nvPr/>
        </p:nvSpPr>
        <p:spPr>
          <a:xfrm>
            <a:off x="10297732" y="5943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25603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看国家-大盘、档位、变化趋势：展示墨西哥、智利、阿根廷、哥伦比亚和秘鲁分档位变化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13068" y="8686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墨西哥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3068" y="1234440"/>
          <a:ext cx="2203704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2662492" y="8686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智利</a:t>
            </a:r>
            <a:endParaRPr lang="en-US" sz="11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2662492" y="1234440"/>
          <a:ext cx="2203704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911916" y="8686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阿根廷</a:t>
            </a:r>
            <a:endParaRPr lang="en-US" sz="1100" dirty="0"/>
          </a:p>
        </p:txBody>
      </p:sp>
      <p:graphicFrame>
        <p:nvGraphicFramePr>
          <p:cNvPr id="8" name="Chart 2"/>
          <p:cNvGraphicFramePr/>
          <p:nvPr/>
        </p:nvGraphicFramePr>
        <p:xfrm>
          <a:off x="4911916" y="1234440"/>
          <a:ext cx="2203704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4"/>
          <p:cNvSpPr/>
          <p:nvPr/>
        </p:nvSpPr>
        <p:spPr>
          <a:xfrm>
            <a:off x="7161340" y="8686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哥伦比亚</a:t>
            </a:r>
            <a:endParaRPr lang="en-US" sz="1100" dirty="0"/>
          </a:p>
        </p:txBody>
      </p:sp>
      <p:graphicFrame>
        <p:nvGraphicFramePr>
          <p:cNvPr id="10" name="Chart 3"/>
          <p:cNvGraphicFramePr/>
          <p:nvPr/>
        </p:nvGraphicFramePr>
        <p:xfrm>
          <a:off x="7161340" y="1234440"/>
          <a:ext cx="2203704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" name="Text 5"/>
          <p:cNvSpPr/>
          <p:nvPr/>
        </p:nvSpPr>
        <p:spPr>
          <a:xfrm>
            <a:off x="9410764" y="8686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秘鲁</a:t>
            </a:r>
            <a:endParaRPr lang="en-US" sz="1100" dirty="0"/>
          </a:p>
        </p:txBody>
      </p:sp>
      <p:graphicFrame>
        <p:nvGraphicFramePr>
          <p:cNvPr id="12" name="Chart 4"/>
          <p:cNvGraphicFramePr/>
          <p:nvPr/>
        </p:nvGraphicFramePr>
        <p:xfrm>
          <a:off x="9410764" y="1234440"/>
          <a:ext cx="2203704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3" name="Shape 6"/>
          <p:cNvSpPr/>
          <p:nvPr/>
        </p:nvSpPr>
        <p:spPr>
          <a:xfrm>
            <a:off x="1098868" y="6035040"/>
            <a:ext cx="201168" cy="2011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7"/>
          <p:cNvSpPr/>
          <p:nvPr/>
        </p:nvSpPr>
        <p:spPr>
          <a:xfrm>
            <a:off x="1336612" y="5989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Apple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2927668" y="6035040"/>
            <a:ext cx="201168" cy="201168"/>
          </a:xfrm>
          <a:prstGeom prst="rect">
            <a:avLst/>
          </a:prstGeom>
          <a:solidFill>
            <a:srgbClr val="565656"/>
          </a:solidFill>
          <a:ln/>
        </p:spPr>
      </p:sp>
      <p:sp>
        <p:nvSpPr>
          <p:cNvPr id="16" name="Text 9"/>
          <p:cNvSpPr/>
          <p:nvPr/>
        </p:nvSpPr>
        <p:spPr>
          <a:xfrm>
            <a:off x="3165412" y="5989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Samsung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756468" y="6035040"/>
            <a:ext cx="201168" cy="201168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8" name="Text 11"/>
          <p:cNvSpPr/>
          <p:nvPr/>
        </p:nvSpPr>
        <p:spPr>
          <a:xfrm>
            <a:off x="4994212" y="5989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Acme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585268" y="6035040"/>
            <a:ext cx="201168" cy="201168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20" name="Text 13"/>
          <p:cNvSpPr/>
          <p:nvPr/>
        </p:nvSpPr>
        <p:spPr>
          <a:xfrm>
            <a:off x="6823012" y="5989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Xiaomi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8414068" y="6035040"/>
            <a:ext cx="201168" cy="201168"/>
          </a:xfrm>
          <a:prstGeom prst="rect">
            <a:avLst/>
          </a:prstGeom>
          <a:solidFill>
            <a:srgbClr val="BEBEBE"/>
          </a:solidFill>
          <a:ln/>
        </p:spPr>
      </p:sp>
      <p:sp>
        <p:nvSpPr>
          <p:cNvPr id="22" name="Text 15"/>
          <p:cNvSpPr/>
          <p:nvPr/>
        </p:nvSpPr>
        <p:spPr>
          <a:xfrm>
            <a:off x="8651812" y="5989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Oppo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10242868" y="6035040"/>
            <a:ext cx="201168" cy="201168"/>
          </a:xfrm>
          <a:prstGeom prst="rect">
            <a:avLst/>
          </a:prstGeom>
          <a:solidFill>
            <a:srgbClr val="D6D6D6"/>
          </a:solidFill>
          <a:ln/>
        </p:spPr>
      </p:sp>
      <p:sp>
        <p:nvSpPr>
          <p:cNvPr id="24" name="Text 17"/>
          <p:cNvSpPr/>
          <p:nvPr/>
        </p:nvSpPr>
        <p:spPr>
          <a:xfrm>
            <a:off x="10480612" y="5989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25603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Astra X7 策略：根据SO和库存推演年内库存，提出H2每个月、每个国家（不是代表处）的SO目标，年底DOS目标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13068" y="868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墨西哥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3068" y="12344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207828" y="868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哥伦比亚</a:t>
            </a:r>
            <a:endParaRPr lang="en-US" sz="11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4207828" y="12344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8002588" y="868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南美洲</a:t>
            </a:r>
            <a:endParaRPr lang="en-US" sz="1100" dirty="0"/>
          </a:p>
        </p:txBody>
      </p:sp>
      <p:graphicFrame>
        <p:nvGraphicFramePr>
          <p:cNvPr id="8" name="Chart 2"/>
          <p:cNvGraphicFramePr/>
          <p:nvPr/>
        </p:nvGraphicFramePr>
        <p:xfrm>
          <a:off x="8002588" y="12344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4"/>
          <p:cNvSpPr/>
          <p:nvPr/>
        </p:nvSpPr>
        <p:spPr>
          <a:xfrm>
            <a:off x="550228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 </a:t>
            </a: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XXXXXX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550228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 </a:t>
            </a: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XXXXX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25603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Vega 80系列策略：根据SO和库存推演年内库存，提出H2每个月、每个国家（不是代表处）的SO目标，年底DOS目标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13068" y="868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墨西哥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3068" y="12344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207828" y="868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哥伦比亚</a:t>
            </a:r>
            <a:endParaRPr lang="en-US" sz="11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4207828" y="12344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8002588" y="868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南美洲</a:t>
            </a:r>
            <a:endParaRPr lang="en-US" sz="1100" dirty="0"/>
          </a:p>
        </p:txBody>
      </p:sp>
      <p:graphicFrame>
        <p:nvGraphicFramePr>
          <p:cNvPr id="8" name="Chart 2"/>
          <p:cNvGraphicFramePr/>
          <p:nvPr/>
        </p:nvGraphicFramePr>
        <p:xfrm>
          <a:off x="8002588" y="12344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4"/>
          <p:cNvSpPr/>
          <p:nvPr/>
        </p:nvSpPr>
        <p:spPr>
          <a:xfrm>
            <a:off x="550228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 </a:t>
            </a: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XXXXXX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550228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 </a:t>
            </a: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XXXXX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25603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nimbus 14系列策略：根据SO和库存推演年内库存，提出H2每个月、每个国家（不是代表处）的SO目标，年底DOS目标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13068" y="868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墨西哥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3068" y="12344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207828" y="868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哥伦比亚</a:t>
            </a:r>
            <a:endParaRPr lang="en-US" sz="11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4207828" y="12344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8002588" y="868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南美洲</a:t>
            </a:r>
            <a:endParaRPr lang="en-US" sz="1100" dirty="0"/>
          </a:p>
        </p:txBody>
      </p:sp>
      <p:graphicFrame>
        <p:nvGraphicFramePr>
          <p:cNvPr id="8" name="Chart 2"/>
          <p:cNvGraphicFramePr/>
          <p:nvPr/>
        </p:nvGraphicFramePr>
        <p:xfrm>
          <a:off x="8002588" y="12344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4"/>
          <p:cNvSpPr/>
          <p:nvPr/>
        </p:nvSpPr>
        <p:spPr>
          <a:xfrm>
            <a:off x="550228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 </a:t>
            </a: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XXXXXX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550228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 </a:t>
            </a: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XXXXX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</Words>
  <Application>Microsoft Office PowerPoint</Application>
  <PresentationFormat>宽屏</PresentationFormat>
  <Paragraphs>182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lucasopsioi</dc:creator>
  <cp:lastModifiedBy>lucasopsioi</cp:lastModifiedBy>
  <cp:revision>1</cp:revision>
  <dcterms:created xsi:type="dcterms:W3CDTF">2026-06-25T06:35:08Z</dcterms:created>
  <dcterms:modified xsi:type="dcterms:W3CDTF">2026-06-25T06:35:08Z</dcterms:modified>
</cp:coreProperties>
</file>